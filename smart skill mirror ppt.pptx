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0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6584" y="1333499"/>
            <a:ext cx="7910830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689853" y="3559873"/>
            <a:ext cx="3126104" cy="854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0062" y="2328862"/>
            <a:ext cx="4636770" cy="500380"/>
          </a:xfrm>
          <a:custGeom>
            <a:avLst/>
            <a:gdLst/>
            <a:ahLst/>
            <a:cxnLst/>
            <a:rect l="l" t="t" r="r" b="b"/>
            <a:pathLst>
              <a:path w="4636770" h="500380">
                <a:moveTo>
                  <a:pt x="4636293" y="500062"/>
                </a:moveTo>
                <a:lnTo>
                  <a:pt x="0" y="500062"/>
                </a:lnTo>
                <a:lnTo>
                  <a:pt x="0" y="0"/>
                </a:lnTo>
                <a:lnTo>
                  <a:pt x="4636293" y="0"/>
                </a:lnTo>
                <a:lnTo>
                  <a:pt x="4636293" y="500062"/>
                </a:lnTo>
                <a:close/>
              </a:path>
            </a:pathLst>
          </a:custGeom>
          <a:solidFill>
            <a:srgbClr val="050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2978" y="434340"/>
            <a:ext cx="7565771" cy="95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0120" y="1809114"/>
            <a:ext cx="3762375" cy="2259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178050" marR="5080" indent="-2157730">
              <a:lnSpc>
                <a:spcPct val="100899"/>
              </a:lnSpc>
              <a:spcBef>
                <a:spcPts val="65"/>
              </a:spcBef>
            </a:pPr>
            <a:r>
              <a:rPr sz="3600" dirty="0">
                <a:solidFill>
                  <a:srgbClr val="FFFFFF"/>
                </a:solidFill>
              </a:rPr>
              <a:t>Smart</a:t>
            </a:r>
            <a:r>
              <a:rPr sz="3600" spc="-3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Skill</a:t>
            </a:r>
            <a:r>
              <a:rPr sz="3600" spc="-4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Mirror</a:t>
            </a:r>
            <a:r>
              <a:rPr sz="3600" spc="-114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:</a:t>
            </a:r>
            <a:r>
              <a:rPr sz="3600" spc="-17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AR-</a:t>
            </a:r>
            <a:r>
              <a:rPr sz="3600" dirty="0">
                <a:solidFill>
                  <a:srgbClr val="FFFFFF"/>
                </a:solidFill>
              </a:rPr>
              <a:t>Based </a:t>
            </a:r>
            <a:r>
              <a:rPr sz="3600" spc="-10" dirty="0">
                <a:solidFill>
                  <a:srgbClr val="FFFFFF"/>
                </a:solidFill>
              </a:rPr>
              <a:t>Machine </a:t>
            </a:r>
            <a:r>
              <a:rPr sz="3600" spc="-20" dirty="0">
                <a:solidFill>
                  <a:srgbClr val="FFFFFF"/>
                </a:solidFill>
              </a:rPr>
              <a:t>Training</a:t>
            </a:r>
            <a:r>
              <a:rPr sz="3600" spc="-16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Platform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/>
              <a:t>K.Swathi</a:t>
            </a:r>
            <a:r>
              <a:rPr sz="1800" spc="10" dirty="0"/>
              <a:t> </a:t>
            </a:r>
            <a:r>
              <a:rPr sz="1800" dirty="0"/>
              <a:t>Royal</a:t>
            </a:r>
            <a:r>
              <a:rPr sz="1800" spc="-60" dirty="0"/>
              <a:t> </a:t>
            </a:r>
            <a:r>
              <a:rPr sz="1800" dirty="0"/>
              <a:t>:</a:t>
            </a:r>
            <a:r>
              <a:rPr sz="1800" spc="5" dirty="0"/>
              <a:t> </a:t>
            </a:r>
            <a:r>
              <a:rPr sz="1800" spc="-10" dirty="0"/>
              <a:t>23RH1A66H4 </a:t>
            </a:r>
            <a:r>
              <a:rPr sz="1800" dirty="0"/>
              <a:t>K.Hari</a:t>
            </a:r>
            <a:r>
              <a:rPr sz="1800" spc="-5" dirty="0"/>
              <a:t> </a:t>
            </a:r>
            <a:r>
              <a:rPr sz="1800" dirty="0"/>
              <a:t>Keerthana</a:t>
            </a:r>
            <a:r>
              <a:rPr sz="1800" spc="5" dirty="0"/>
              <a:t> </a:t>
            </a:r>
            <a:r>
              <a:rPr sz="1800" dirty="0"/>
              <a:t>:</a:t>
            </a:r>
            <a:r>
              <a:rPr sz="1800" spc="-65" dirty="0"/>
              <a:t> </a:t>
            </a:r>
            <a:r>
              <a:rPr sz="1800" spc="-10" dirty="0"/>
              <a:t>23RH1A66F3 </a:t>
            </a:r>
            <a:r>
              <a:rPr sz="1800" dirty="0"/>
              <a:t>K.Akanksha</a:t>
            </a:r>
            <a:r>
              <a:rPr sz="1800" spc="-30" dirty="0"/>
              <a:t> </a:t>
            </a:r>
            <a:r>
              <a:rPr sz="1800" dirty="0"/>
              <a:t>:</a:t>
            </a:r>
            <a:r>
              <a:rPr sz="1800" spc="15" dirty="0"/>
              <a:t> </a:t>
            </a:r>
            <a:r>
              <a:rPr sz="1800" spc="-10" dirty="0"/>
              <a:t>23RH1A66D6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478713" y="1701800"/>
                </a:moveTo>
                <a:lnTo>
                  <a:pt x="327170" y="1701800"/>
                </a:lnTo>
                <a:lnTo>
                  <a:pt x="353501" y="1714500"/>
                </a:lnTo>
                <a:lnTo>
                  <a:pt x="437667" y="1714500"/>
                </a:lnTo>
                <a:lnTo>
                  <a:pt x="478713" y="1701800"/>
                </a:lnTo>
                <a:close/>
              </a:path>
              <a:path w="9144000" h="1714500">
                <a:moveTo>
                  <a:pt x="577189" y="1701800"/>
                </a:moveTo>
                <a:lnTo>
                  <a:pt x="558787" y="1701800"/>
                </a:lnTo>
                <a:lnTo>
                  <a:pt x="568401" y="1714500"/>
                </a:lnTo>
                <a:lnTo>
                  <a:pt x="572274" y="1714500"/>
                </a:lnTo>
                <a:lnTo>
                  <a:pt x="577189" y="1701800"/>
                </a:lnTo>
                <a:close/>
              </a:path>
              <a:path w="9144000" h="1714500">
                <a:moveTo>
                  <a:pt x="1282766" y="1612900"/>
                </a:moveTo>
                <a:lnTo>
                  <a:pt x="51156" y="1612900"/>
                </a:lnTo>
                <a:lnTo>
                  <a:pt x="59185" y="1625600"/>
                </a:lnTo>
                <a:lnTo>
                  <a:pt x="73884" y="1625600"/>
                </a:lnTo>
                <a:lnTo>
                  <a:pt x="92684" y="1638300"/>
                </a:lnTo>
                <a:lnTo>
                  <a:pt x="157902" y="1651000"/>
                </a:lnTo>
                <a:lnTo>
                  <a:pt x="211162" y="1676400"/>
                </a:lnTo>
                <a:lnTo>
                  <a:pt x="228908" y="1689100"/>
                </a:lnTo>
                <a:lnTo>
                  <a:pt x="259000" y="1701800"/>
                </a:lnTo>
                <a:lnTo>
                  <a:pt x="517537" y="1701800"/>
                </a:lnTo>
                <a:lnTo>
                  <a:pt x="523659" y="1689100"/>
                </a:lnTo>
                <a:lnTo>
                  <a:pt x="818970" y="1689100"/>
                </a:lnTo>
                <a:lnTo>
                  <a:pt x="834333" y="1676400"/>
                </a:lnTo>
                <a:lnTo>
                  <a:pt x="1138766" y="1676400"/>
                </a:lnTo>
                <a:lnTo>
                  <a:pt x="1178810" y="1663700"/>
                </a:lnTo>
                <a:lnTo>
                  <a:pt x="1212519" y="1651000"/>
                </a:lnTo>
                <a:lnTo>
                  <a:pt x="1239610" y="1638300"/>
                </a:lnTo>
                <a:lnTo>
                  <a:pt x="1262137" y="1625600"/>
                </a:lnTo>
                <a:lnTo>
                  <a:pt x="1282766" y="1612900"/>
                </a:lnTo>
                <a:close/>
              </a:path>
              <a:path w="9144000" h="1714500">
                <a:moveTo>
                  <a:pt x="629678" y="1689100"/>
                </a:moveTo>
                <a:lnTo>
                  <a:pt x="538213" y="1689100"/>
                </a:lnTo>
                <a:lnTo>
                  <a:pt x="541959" y="1701800"/>
                </a:lnTo>
                <a:lnTo>
                  <a:pt x="617486" y="1701800"/>
                </a:lnTo>
                <a:lnTo>
                  <a:pt x="629678" y="1689100"/>
                </a:lnTo>
                <a:close/>
              </a:path>
              <a:path w="9144000" h="1714500">
                <a:moveTo>
                  <a:pt x="736485" y="1689100"/>
                </a:moveTo>
                <a:lnTo>
                  <a:pt x="647653" y="1689100"/>
                </a:lnTo>
                <a:lnTo>
                  <a:pt x="672515" y="1701800"/>
                </a:lnTo>
                <a:lnTo>
                  <a:pt x="728929" y="1701800"/>
                </a:lnTo>
                <a:lnTo>
                  <a:pt x="736485" y="1689100"/>
                </a:lnTo>
                <a:close/>
              </a:path>
              <a:path w="9144000" h="1714500">
                <a:moveTo>
                  <a:pt x="763803" y="1689100"/>
                </a:moveTo>
                <a:lnTo>
                  <a:pt x="756208" y="1689100"/>
                </a:lnTo>
                <a:lnTo>
                  <a:pt x="762419" y="1701800"/>
                </a:lnTo>
                <a:lnTo>
                  <a:pt x="763803" y="1689100"/>
                </a:lnTo>
                <a:close/>
              </a:path>
              <a:path w="9144000" h="1714500">
                <a:moveTo>
                  <a:pt x="861364" y="1676400"/>
                </a:moveTo>
                <a:lnTo>
                  <a:pt x="850455" y="1676400"/>
                </a:lnTo>
                <a:lnTo>
                  <a:pt x="853490" y="1689100"/>
                </a:lnTo>
                <a:lnTo>
                  <a:pt x="861364" y="1676400"/>
                </a:lnTo>
                <a:close/>
              </a:path>
              <a:path w="9144000" h="1714500">
                <a:moveTo>
                  <a:pt x="1097200" y="1676400"/>
                </a:moveTo>
                <a:lnTo>
                  <a:pt x="865289" y="1676400"/>
                </a:lnTo>
                <a:lnTo>
                  <a:pt x="865695" y="1689100"/>
                </a:lnTo>
                <a:lnTo>
                  <a:pt x="1058926" y="1689100"/>
                </a:lnTo>
                <a:lnTo>
                  <a:pt x="1097200" y="1676400"/>
                </a:lnTo>
                <a:close/>
              </a:path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42143" y="1612900"/>
                </a:lnTo>
                <a:lnTo>
                  <a:pt x="1304163" y="1612900"/>
                </a:lnTo>
                <a:lnTo>
                  <a:pt x="1333081" y="1600200"/>
                </a:lnTo>
                <a:lnTo>
                  <a:pt x="1354915" y="1600200"/>
                </a:lnTo>
                <a:lnTo>
                  <a:pt x="1373725" y="1587500"/>
                </a:lnTo>
                <a:lnTo>
                  <a:pt x="1417020" y="1587500"/>
                </a:lnTo>
                <a:lnTo>
                  <a:pt x="1430766" y="1574800"/>
                </a:lnTo>
                <a:lnTo>
                  <a:pt x="1467866" y="1574800"/>
                </a:lnTo>
                <a:lnTo>
                  <a:pt x="1476019" y="1562100"/>
                </a:lnTo>
                <a:lnTo>
                  <a:pt x="1517650" y="1562100"/>
                </a:lnTo>
                <a:lnTo>
                  <a:pt x="1527937" y="1549400"/>
                </a:lnTo>
                <a:lnTo>
                  <a:pt x="1529715" y="1549400"/>
                </a:lnTo>
                <a:lnTo>
                  <a:pt x="1553845" y="1536700"/>
                </a:lnTo>
                <a:lnTo>
                  <a:pt x="1574419" y="1536700"/>
                </a:lnTo>
                <a:lnTo>
                  <a:pt x="1601470" y="1524000"/>
                </a:lnTo>
                <a:lnTo>
                  <a:pt x="1669033" y="1524000"/>
                </a:lnTo>
                <a:lnTo>
                  <a:pt x="1702181" y="1511300"/>
                </a:lnTo>
                <a:lnTo>
                  <a:pt x="2222373" y="1511300"/>
                </a:lnTo>
                <a:lnTo>
                  <a:pt x="2234311" y="1498600"/>
                </a:lnTo>
                <a:lnTo>
                  <a:pt x="2330196" y="1498600"/>
                </a:lnTo>
                <a:lnTo>
                  <a:pt x="2356149" y="1485900"/>
                </a:lnTo>
                <a:lnTo>
                  <a:pt x="2386187" y="1473200"/>
                </a:lnTo>
                <a:lnTo>
                  <a:pt x="2448179" y="1473200"/>
                </a:lnTo>
                <a:lnTo>
                  <a:pt x="2468604" y="1460500"/>
                </a:lnTo>
                <a:lnTo>
                  <a:pt x="2604357" y="1460500"/>
                </a:lnTo>
                <a:lnTo>
                  <a:pt x="2633928" y="1447800"/>
                </a:lnTo>
                <a:lnTo>
                  <a:pt x="2748915" y="1447800"/>
                </a:lnTo>
                <a:lnTo>
                  <a:pt x="2752068" y="1435100"/>
                </a:lnTo>
                <a:lnTo>
                  <a:pt x="2937637" y="1435100"/>
                </a:lnTo>
                <a:lnTo>
                  <a:pt x="2949684" y="1422400"/>
                </a:lnTo>
                <a:lnTo>
                  <a:pt x="3228848" y="1422400"/>
                </a:lnTo>
                <a:lnTo>
                  <a:pt x="3274060" y="1409700"/>
                </a:lnTo>
                <a:lnTo>
                  <a:pt x="3334892" y="1384300"/>
                </a:lnTo>
                <a:lnTo>
                  <a:pt x="3410330" y="1384300"/>
                </a:lnTo>
                <a:lnTo>
                  <a:pt x="3414510" y="1371600"/>
                </a:lnTo>
                <a:lnTo>
                  <a:pt x="4521833" y="1371600"/>
                </a:lnTo>
                <a:lnTo>
                  <a:pt x="4564761" y="1358900"/>
                </a:lnTo>
                <a:lnTo>
                  <a:pt x="4595417" y="1358900"/>
                </a:lnTo>
                <a:lnTo>
                  <a:pt x="4624371" y="1346200"/>
                </a:lnTo>
                <a:lnTo>
                  <a:pt x="4691507" y="1346200"/>
                </a:lnTo>
                <a:lnTo>
                  <a:pt x="4702302" y="1333500"/>
                </a:lnTo>
                <a:lnTo>
                  <a:pt x="4777359" y="1320800"/>
                </a:lnTo>
                <a:lnTo>
                  <a:pt x="4989540" y="1320800"/>
                </a:lnTo>
                <a:lnTo>
                  <a:pt x="4996243" y="1308100"/>
                </a:lnTo>
                <a:lnTo>
                  <a:pt x="5241671" y="1308100"/>
                </a:lnTo>
                <a:lnTo>
                  <a:pt x="5248126" y="1295400"/>
                </a:lnTo>
                <a:lnTo>
                  <a:pt x="5346207" y="1295400"/>
                </a:lnTo>
                <a:lnTo>
                  <a:pt x="5355544" y="1282700"/>
                </a:lnTo>
                <a:lnTo>
                  <a:pt x="5366258" y="1282700"/>
                </a:lnTo>
                <a:lnTo>
                  <a:pt x="5380355" y="1270000"/>
                </a:lnTo>
                <a:lnTo>
                  <a:pt x="5403469" y="1270000"/>
                </a:lnTo>
                <a:lnTo>
                  <a:pt x="5411724" y="1257300"/>
                </a:lnTo>
                <a:lnTo>
                  <a:pt x="5415915" y="1257300"/>
                </a:lnTo>
                <a:lnTo>
                  <a:pt x="5416677" y="1244600"/>
                </a:lnTo>
                <a:lnTo>
                  <a:pt x="5473747" y="1244600"/>
                </a:lnTo>
                <a:lnTo>
                  <a:pt x="5499526" y="1231900"/>
                </a:lnTo>
                <a:lnTo>
                  <a:pt x="5527675" y="1219200"/>
                </a:lnTo>
                <a:lnTo>
                  <a:pt x="5553767" y="1206500"/>
                </a:lnTo>
                <a:lnTo>
                  <a:pt x="5572775" y="1193800"/>
                </a:lnTo>
                <a:lnTo>
                  <a:pt x="5589236" y="1193800"/>
                </a:lnTo>
                <a:lnTo>
                  <a:pt x="5607685" y="1181100"/>
                </a:lnTo>
                <a:lnTo>
                  <a:pt x="5620817" y="1168400"/>
                </a:lnTo>
                <a:lnTo>
                  <a:pt x="5637879" y="1155700"/>
                </a:lnTo>
                <a:lnTo>
                  <a:pt x="5652226" y="1143000"/>
                </a:lnTo>
                <a:lnTo>
                  <a:pt x="5657215" y="1130300"/>
                </a:lnTo>
                <a:lnTo>
                  <a:pt x="5692203" y="1117600"/>
                </a:lnTo>
                <a:lnTo>
                  <a:pt x="5795660" y="1117600"/>
                </a:lnTo>
                <a:lnTo>
                  <a:pt x="5836793" y="1104900"/>
                </a:lnTo>
                <a:lnTo>
                  <a:pt x="5877306" y="1104900"/>
                </a:lnTo>
                <a:lnTo>
                  <a:pt x="5875512" y="1092200"/>
                </a:lnTo>
                <a:lnTo>
                  <a:pt x="5902023" y="1092200"/>
                </a:lnTo>
                <a:lnTo>
                  <a:pt x="5904230" y="1079500"/>
                </a:lnTo>
                <a:lnTo>
                  <a:pt x="5973572" y="1079500"/>
                </a:lnTo>
                <a:lnTo>
                  <a:pt x="5989754" y="1066800"/>
                </a:lnTo>
                <a:lnTo>
                  <a:pt x="6012640" y="1066800"/>
                </a:lnTo>
                <a:lnTo>
                  <a:pt x="6036026" y="1054100"/>
                </a:lnTo>
                <a:lnTo>
                  <a:pt x="6053709" y="1054100"/>
                </a:lnTo>
                <a:lnTo>
                  <a:pt x="6063110" y="1041400"/>
                </a:lnTo>
                <a:lnTo>
                  <a:pt x="6077299" y="1041400"/>
                </a:lnTo>
                <a:lnTo>
                  <a:pt x="6092106" y="1028700"/>
                </a:lnTo>
                <a:lnTo>
                  <a:pt x="6153150" y="1028700"/>
                </a:lnTo>
                <a:lnTo>
                  <a:pt x="6162893" y="1016000"/>
                </a:lnTo>
                <a:lnTo>
                  <a:pt x="6248868" y="1016000"/>
                </a:lnTo>
                <a:lnTo>
                  <a:pt x="6271514" y="1003300"/>
                </a:lnTo>
                <a:lnTo>
                  <a:pt x="6286341" y="1003300"/>
                </a:lnTo>
                <a:lnTo>
                  <a:pt x="6296767" y="990600"/>
                </a:lnTo>
                <a:lnTo>
                  <a:pt x="6308217" y="977900"/>
                </a:lnTo>
                <a:lnTo>
                  <a:pt x="6345174" y="977900"/>
                </a:lnTo>
                <a:lnTo>
                  <a:pt x="6367079" y="952500"/>
                </a:lnTo>
                <a:lnTo>
                  <a:pt x="6390973" y="939800"/>
                </a:lnTo>
                <a:lnTo>
                  <a:pt x="6415557" y="927100"/>
                </a:lnTo>
                <a:lnTo>
                  <a:pt x="6439535" y="927100"/>
                </a:lnTo>
                <a:lnTo>
                  <a:pt x="6459364" y="914400"/>
                </a:lnTo>
                <a:lnTo>
                  <a:pt x="6480879" y="914400"/>
                </a:lnTo>
                <a:lnTo>
                  <a:pt x="6500495" y="901700"/>
                </a:lnTo>
                <a:lnTo>
                  <a:pt x="6555678" y="901700"/>
                </a:lnTo>
                <a:lnTo>
                  <a:pt x="6564249" y="889000"/>
                </a:lnTo>
                <a:lnTo>
                  <a:pt x="6579754" y="889000"/>
                </a:lnTo>
                <a:lnTo>
                  <a:pt x="6615719" y="876300"/>
                </a:lnTo>
                <a:lnTo>
                  <a:pt x="6640212" y="876300"/>
                </a:lnTo>
                <a:lnTo>
                  <a:pt x="6644878" y="863600"/>
                </a:lnTo>
                <a:lnTo>
                  <a:pt x="6852793" y="863600"/>
                </a:lnTo>
                <a:lnTo>
                  <a:pt x="6856349" y="850900"/>
                </a:lnTo>
                <a:lnTo>
                  <a:pt x="6908942" y="850900"/>
                </a:lnTo>
                <a:lnTo>
                  <a:pt x="6918926" y="838200"/>
                </a:lnTo>
                <a:lnTo>
                  <a:pt x="6928611" y="838200"/>
                </a:lnTo>
                <a:lnTo>
                  <a:pt x="6954011" y="825500"/>
                </a:lnTo>
                <a:lnTo>
                  <a:pt x="7047865" y="825500"/>
                </a:lnTo>
                <a:lnTo>
                  <a:pt x="7050024" y="812800"/>
                </a:lnTo>
                <a:lnTo>
                  <a:pt x="7089854" y="812800"/>
                </a:lnTo>
                <a:lnTo>
                  <a:pt x="7104253" y="800100"/>
                </a:lnTo>
                <a:lnTo>
                  <a:pt x="7117413" y="800100"/>
                </a:lnTo>
                <a:lnTo>
                  <a:pt x="7129145" y="787400"/>
                </a:lnTo>
                <a:lnTo>
                  <a:pt x="7153683" y="787400"/>
                </a:lnTo>
                <a:lnTo>
                  <a:pt x="7154545" y="774700"/>
                </a:lnTo>
                <a:lnTo>
                  <a:pt x="7174341" y="774700"/>
                </a:lnTo>
                <a:lnTo>
                  <a:pt x="7181363" y="762000"/>
                </a:lnTo>
                <a:lnTo>
                  <a:pt x="7214363" y="762000"/>
                </a:lnTo>
                <a:lnTo>
                  <a:pt x="7233427" y="749300"/>
                </a:lnTo>
                <a:lnTo>
                  <a:pt x="7252610" y="749300"/>
                </a:lnTo>
                <a:lnTo>
                  <a:pt x="7267067" y="736600"/>
                </a:lnTo>
                <a:lnTo>
                  <a:pt x="7305357" y="736600"/>
                </a:lnTo>
                <a:lnTo>
                  <a:pt x="7326503" y="723900"/>
                </a:lnTo>
                <a:lnTo>
                  <a:pt x="7332091" y="723900"/>
                </a:lnTo>
                <a:lnTo>
                  <a:pt x="7335901" y="711200"/>
                </a:lnTo>
                <a:lnTo>
                  <a:pt x="7382509" y="711200"/>
                </a:lnTo>
                <a:lnTo>
                  <a:pt x="7444867" y="685800"/>
                </a:lnTo>
                <a:lnTo>
                  <a:pt x="7464298" y="673100"/>
                </a:lnTo>
                <a:lnTo>
                  <a:pt x="7473463" y="660400"/>
                </a:lnTo>
                <a:lnTo>
                  <a:pt x="7500177" y="660400"/>
                </a:lnTo>
                <a:lnTo>
                  <a:pt x="7504557" y="647700"/>
                </a:lnTo>
                <a:lnTo>
                  <a:pt x="7633081" y="647700"/>
                </a:lnTo>
                <a:lnTo>
                  <a:pt x="7642361" y="635000"/>
                </a:lnTo>
                <a:lnTo>
                  <a:pt x="9142326" y="6350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  <a:path w="9144000" h="1714500">
                <a:moveTo>
                  <a:pt x="1864490" y="1511300"/>
                </a:moveTo>
                <a:lnTo>
                  <a:pt x="1737592" y="1511300"/>
                </a:lnTo>
                <a:lnTo>
                  <a:pt x="1744456" y="1524000"/>
                </a:lnTo>
                <a:lnTo>
                  <a:pt x="1844039" y="1524000"/>
                </a:lnTo>
                <a:lnTo>
                  <a:pt x="1864490" y="1511300"/>
                </a:lnTo>
                <a:close/>
              </a:path>
              <a:path w="9144000" h="1714500">
                <a:moveTo>
                  <a:pt x="2128389" y="1511300"/>
                </a:moveTo>
                <a:lnTo>
                  <a:pt x="2118024" y="1511300"/>
                </a:lnTo>
                <a:lnTo>
                  <a:pt x="2119757" y="1524000"/>
                </a:lnTo>
                <a:lnTo>
                  <a:pt x="2128389" y="1511300"/>
                </a:lnTo>
                <a:close/>
              </a:path>
              <a:path w="9144000" h="1714500">
                <a:moveTo>
                  <a:pt x="2194306" y="1511300"/>
                </a:moveTo>
                <a:lnTo>
                  <a:pt x="2137080" y="1511300"/>
                </a:lnTo>
                <a:lnTo>
                  <a:pt x="2134997" y="1524000"/>
                </a:lnTo>
                <a:lnTo>
                  <a:pt x="2143506" y="1524000"/>
                </a:lnTo>
                <a:lnTo>
                  <a:pt x="2194306" y="1511300"/>
                </a:lnTo>
                <a:close/>
              </a:path>
              <a:path w="9144000" h="1714500">
                <a:moveTo>
                  <a:pt x="2727424" y="1447800"/>
                </a:moveTo>
                <a:lnTo>
                  <a:pt x="2663952" y="1447800"/>
                </a:lnTo>
                <a:lnTo>
                  <a:pt x="2683442" y="1460500"/>
                </a:lnTo>
                <a:lnTo>
                  <a:pt x="2705100" y="1460500"/>
                </a:lnTo>
                <a:lnTo>
                  <a:pt x="2727424" y="1447800"/>
                </a:lnTo>
                <a:close/>
              </a:path>
              <a:path w="9144000" h="1714500">
                <a:moveTo>
                  <a:pt x="2867949" y="1435100"/>
                </a:moveTo>
                <a:lnTo>
                  <a:pt x="2819417" y="1435100"/>
                </a:lnTo>
                <a:lnTo>
                  <a:pt x="2825797" y="1447800"/>
                </a:lnTo>
                <a:lnTo>
                  <a:pt x="2847975" y="1447800"/>
                </a:lnTo>
                <a:lnTo>
                  <a:pt x="2867949" y="1435100"/>
                </a:lnTo>
                <a:close/>
              </a:path>
              <a:path w="9144000" h="1714500">
                <a:moveTo>
                  <a:pt x="3862451" y="1435100"/>
                </a:moveTo>
                <a:lnTo>
                  <a:pt x="3744595" y="1435100"/>
                </a:lnTo>
                <a:lnTo>
                  <a:pt x="3790061" y="1447800"/>
                </a:lnTo>
                <a:lnTo>
                  <a:pt x="3825240" y="1447800"/>
                </a:lnTo>
                <a:lnTo>
                  <a:pt x="3862451" y="1435100"/>
                </a:lnTo>
                <a:close/>
              </a:path>
              <a:path w="9144000" h="1714500">
                <a:moveTo>
                  <a:pt x="3933952" y="1435100"/>
                </a:moveTo>
                <a:lnTo>
                  <a:pt x="3863213" y="1435100"/>
                </a:lnTo>
                <a:lnTo>
                  <a:pt x="3864355" y="1447800"/>
                </a:lnTo>
                <a:lnTo>
                  <a:pt x="3887216" y="1447800"/>
                </a:lnTo>
                <a:lnTo>
                  <a:pt x="3933952" y="1435100"/>
                </a:lnTo>
                <a:close/>
              </a:path>
              <a:path w="9144000" h="1714500">
                <a:moveTo>
                  <a:pt x="3036038" y="1422400"/>
                </a:moveTo>
                <a:lnTo>
                  <a:pt x="3006725" y="1422400"/>
                </a:lnTo>
                <a:lnTo>
                  <a:pt x="3010535" y="1435100"/>
                </a:lnTo>
                <a:lnTo>
                  <a:pt x="3027807" y="1435100"/>
                </a:lnTo>
                <a:lnTo>
                  <a:pt x="3036038" y="1422400"/>
                </a:lnTo>
                <a:close/>
              </a:path>
              <a:path w="9144000" h="1714500">
                <a:moveTo>
                  <a:pt x="3203702" y="1422400"/>
                </a:moveTo>
                <a:lnTo>
                  <a:pt x="3036038" y="1422400"/>
                </a:lnTo>
                <a:lnTo>
                  <a:pt x="3038221" y="1435100"/>
                </a:lnTo>
                <a:lnTo>
                  <a:pt x="3167888" y="1435100"/>
                </a:lnTo>
                <a:lnTo>
                  <a:pt x="3203702" y="1422400"/>
                </a:lnTo>
                <a:close/>
              </a:path>
              <a:path w="9144000" h="1714500">
                <a:moveTo>
                  <a:pt x="4079494" y="1422400"/>
                </a:moveTo>
                <a:lnTo>
                  <a:pt x="3722624" y="1422400"/>
                </a:lnTo>
                <a:lnTo>
                  <a:pt x="3733609" y="1435100"/>
                </a:lnTo>
                <a:lnTo>
                  <a:pt x="4065875" y="1435100"/>
                </a:lnTo>
                <a:lnTo>
                  <a:pt x="4079494" y="1422400"/>
                </a:lnTo>
                <a:close/>
              </a:path>
              <a:path w="9144000" h="1714500">
                <a:moveTo>
                  <a:pt x="4253763" y="1409700"/>
                </a:moveTo>
                <a:lnTo>
                  <a:pt x="3670427" y="1409700"/>
                </a:lnTo>
                <a:lnTo>
                  <a:pt x="3677334" y="1422400"/>
                </a:lnTo>
                <a:lnTo>
                  <a:pt x="4222369" y="1422400"/>
                </a:lnTo>
                <a:lnTo>
                  <a:pt x="4253763" y="1409700"/>
                </a:lnTo>
                <a:close/>
              </a:path>
              <a:path w="9144000" h="1714500">
                <a:moveTo>
                  <a:pt x="3598417" y="1397000"/>
                </a:moveTo>
                <a:lnTo>
                  <a:pt x="3550999" y="1397000"/>
                </a:lnTo>
                <a:lnTo>
                  <a:pt x="3574416" y="1409700"/>
                </a:lnTo>
                <a:lnTo>
                  <a:pt x="3598417" y="1397000"/>
                </a:lnTo>
                <a:close/>
              </a:path>
              <a:path w="9144000" h="1714500">
                <a:moveTo>
                  <a:pt x="4329684" y="1397000"/>
                </a:moveTo>
                <a:lnTo>
                  <a:pt x="3627056" y="1397000"/>
                </a:lnTo>
                <a:lnTo>
                  <a:pt x="3642280" y="1409700"/>
                </a:lnTo>
                <a:lnTo>
                  <a:pt x="4302504" y="1409700"/>
                </a:lnTo>
                <a:lnTo>
                  <a:pt x="4329684" y="1397000"/>
                </a:lnTo>
                <a:close/>
              </a:path>
              <a:path w="9144000" h="1714500">
                <a:moveTo>
                  <a:pt x="4400550" y="1397000"/>
                </a:moveTo>
                <a:lnTo>
                  <a:pt x="4335934" y="1397000"/>
                </a:lnTo>
                <a:lnTo>
                  <a:pt x="4357306" y="1409700"/>
                </a:lnTo>
                <a:lnTo>
                  <a:pt x="4382583" y="1409700"/>
                </a:lnTo>
                <a:lnTo>
                  <a:pt x="4400550" y="1397000"/>
                </a:lnTo>
                <a:close/>
              </a:path>
              <a:path w="9144000" h="1714500">
                <a:moveTo>
                  <a:pt x="3375405" y="1384300"/>
                </a:moveTo>
                <a:lnTo>
                  <a:pt x="3334892" y="1384300"/>
                </a:lnTo>
                <a:lnTo>
                  <a:pt x="3334130" y="1397000"/>
                </a:lnTo>
                <a:lnTo>
                  <a:pt x="3366135" y="1397000"/>
                </a:lnTo>
                <a:lnTo>
                  <a:pt x="3375405" y="1384300"/>
                </a:lnTo>
                <a:close/>
              </a:path>
              <a:path w="9144000" h="1714500">
                <a:moveTo>
                  <a:pt x="4521833" y="1371600"/>
                </a:moveTo>
                <a:lnTo>
                  <a:pt x="3453765" y="1371600"/>
                </a:lnTo>
                <a:lnTo>
                  <a:pt x="3458083" y="1384300"/>
                </a:lnTo>
                <a:lnTo>
                  <a:pt x="3475736" y="1384300"/>
                </a:lnTo>
                <a:lnTo>
                  <a:pt x="3480298" y="1397000"/>
                </a:lnTo>
                <a:lnTo>
                  <a:pt x="4426690" y="1397000"/>
                </a:lnTo>
                <a:lnTo>
                  <a:pt x="4471463" y="1384300"/>
                </a:lnTo>
                <a:lnTo>
                  <a:pt x="4521833" y="1371600"/>
                </a:lnTo>
                <a:close/>
              </a:path>
              <a:path w="9144000" h="1714500">
                <a:moveTo>
                  <a:pt x="3449192" y="1371600"/>
                </a:moveTo>
                <a:lnTo>
                  <a:pt x="3414510" y="1371600"/>
                </a:lnTo>
                <a:lnTo>
                  <a:pt x="3426047" y="1384300"/>
                </a:lnTo>
                <a:lnTo>
                  <a:pt x="3439441" y="1384300"/>
                </a:lnTo>
                <a:lnTo>
                  <a:pt x="3449192" y="1371600"/>
                </a:lnTo>
                <a:close/>
              </a:path>
              <a:path w="9144000" h="1714500">
                <a:moveTo>
                  <a:pt x="4858813" y="1320800"/>
                </a:moveTo>
                <a:lnTo>
                  <a:pt x="4808474" y="1320800"/>
                </a:lnTo>
                <a:lnTo>
                  <a:pt x="4820507" y="1333500"/>
                </a:lnTo>
                <a:lnTo>
                  <a:pt x="4851830" y="1333500"/>
                </a:lnTo>
                <a:lnTo>
                  <a:pt x="4858813" y="1320800"/>
                </a:lnTo>
                <a:close/>
              </a:path>
              <a:path w="9144000" h="1714500">
                <a:moveTo>
                  <a:pt x="5029201" y="1308100"/>
                </a:moveTo>
                <a:lnTo>
                  <a:pt x="4996243" y="1308100"/>
                </a:lnTo>
                <a:lnTo>
                  <a:pt x="5003518" y="1320800"/>
                </a:lnTo>
                <a:lnTo>
                  <a:pt x="5011293" y="1320800"/>
                </a:lnTo>
                <a:lnTo>
                  <a:pt x="5029201" y="1308100"/>
                </a:lnTo>
                <a:close/>
              </a:path>
              <a:path w="9144000" h="1714500">
                <a:moveTo>
                  <a:pt x="6332791" y="977900"/>
                </a:moveTo>
                <a:lnTo>
                  <a:pt x="6310122" y="977900"/>
                </a:lnTo>
                <a:lnTo>
                  <a:pt x="6312154" y="990600"/>
                </a:lnTo>
                <a:lnTo>
                  <a:pt x="6323814" y="990600"/>
                </a:lnTo>
                <a:lnTo>
                  <a:pt x="6332791" y="977900"/>
                </a:lnTo>
                <a:close/>
              </a:path>
              <a:path w="9144000" h="1714500">
                <a:moveTo>
                  <a:pt x="6677431" y="863600"/>
                </a:moveTo>
                <a:lnTo>
                  <a:pt x="6651424" y="863600"/>
                </a:lnTo>
                <a:lnTo>
                  <a:pt x="6666483" y="876300"/>
                </a:lnTo>
                <a:lnTo>
                  <a:pt x="6677431" y="863600"/>
                </a:lnTo>
                <a:close/>
              </a:path>
              <a:path w="9144000" h="1714500">
                <a:moveTo>
                  <a:pt x="6873724" y="850900"/>
                </a:moveTo>
                <a:lnTo>
                  <a:pt x="6868414" y="850900"/>
                </a:lnTo>
                <a:lnTo>
                  <a:pt x="6869303" y="863600"/>
                </a:lnTo>
                <a:lnTo>
                  <a:pt x="6873724" y="850900"/>
                </a:lnTo>
                <a:close/>
              </a:path>
              <a:path w="9144000" h="1714500">
                <a:moveTo>
                  <a:pt x="6994947" y="825500"/>
                </a:moveTo>
                <a:lnTo>
                  <a:pt x="6954011" y="825500"/>
                </a:lnTo>
                <a:lnTo>
                  <a:pt x="6961885" y="838200"/>
                </a:lnTo>
                <a:lnTo>
                  <a:pt x="6978777" y="838200"/>
                </a:lnTo>
                <a:lnTo>
                  <a:pt x="6994947" y="825500"/>
                </a:lnTo>
                <a:close/>
              </a:path>
              <a:path w="9144000" h="1714500">
                <a:moveTo>
                  <a:pt x="7064248" y="812800"/>
                </a:moveTo>
                <a:lnTo>
                  <a:pt x="7059422" y="812800"/>
                </a:lnTo>
                <a:lnTo>
                  <a:pt x="7060692" y="825500"/>
                </a:lnTo>
                <a:lnTo>
                  <a:pt x="7064248" y="812800"/>
                </a:lnTo>
                <a:close/>
              </a:path>
              <a:path w="9144000" h="1714500">
                <a:moveTo>
                  <a:pt x="7305357" y="736600"/>
                </a:moveTo>
                <a:lnTo>
                  <a:pt x="7267067" y="736600"/>
                </a:lnTo>
                <a:lnTo>
                  <a:pt x="7274179" y="749300"/>
                </a:lnTo>
                <a:lnTo>
                  <a:pt x="7284211" y="749300"/>
                </a:lnTo>
                <a:lnTo>
                  <a:pt x="7305357" y="736600"/>
                </a:lnTo>
                <a:close/>
              </a:path>
              <a:path w="9144000" h="1714500">
                <a:moveTo>
                  <a:pt x="7382509" y="711200"/>
                </a:moveTo>
                <a:lnTo>
                  <a:pt x="7339203" y="711200"/>
                </a:lnTo>
                <a:lnTo>
                  <a:pt x="7351395" y="723900"/>
                </a:lnTo>
                <a:lnTo>
                  <a:pt x="7373111" y="723900"/>
                </a:lnTo>
                <a:lnTo>
                  <a:pt x="7382509" y="711200"/>
                </a:lnTo>
                <a:close/>
              </a:path>
              <a:path w="9144000" h="1714500">
                <a:moveTo>
                  <a:pt x="8925179" y="647700"/>
                </a:moveTo>
                <a:lnTo>
                  <a:pt x="8525891" y="647700"/>
                </a:lnTo>
                <a:lnTo>
                  <a:pt x="8570674" y="660400"/>
                </a:lnTo>
                <a:lnTo>
                  <a:pt x="8744458" y="660400"/>
                </a:lnTo>
                <a:lnTo>
                  <a:pt x="8765345" y="673100"/>
                </a:lnTo>
                <a:lnTo>
                  <a:pt x="8823503" y="673100"/>
                </a:lnTo>
                <a:lnTo>
                  <a:pt x="8843391" y="685800"/>
                </a:lnTo>
                <a:lnTo>
                  <a:pt x="8860385" y="685800"/>
                </a:lnTo>
                <a:lnTo>
                  <a:pt x="8877046" y="673100"/>
                </a:lnTo>
                <a:lnTo>
                  <a:pt x="8897326" y="660400"/>
                </a:lnTo>
                <a:lnTo>
                  <a:pt x="8925179" y="647700"/>
                </a:lnTo>
                <a:close/>
              </a:path>
              <a:path w="9144000" h="1714500">
                <a:moveTo>
                  <a:pt x="9142326" y="635000"/>
                </a:moveTo>
                <a:lnTo>
                  <a:pt x="8428253" y="635000"/>
                </a:lnTo>
                <a:lnTo>
                  <a:pt x="8467391" y="647700"/>
                </a:lnTo>
                <a:lnTo>
                  <a:pt x="8925179" y="647700"/>
                </a:lnTo>
                <a:lnTo>
                  <a:pt x="8950352" y="660400"/>
                </a:lnTo>
                <a:lnTo>
                  <a:pt x="9024798" y="660400"/>
                </a:lnTo>
                <a:lnTo>
                  <a:pt x="9042400" y="673100"/>
                </a:lnTo>
                <a:lnTo>
                  <a:pt x="9079071" y="673100"/>
                </a:lnTo>
                <a:lnTo>
                  <a:pt x="9100835" y="685800"/>
                </a:lnTo>
                <a:lnTo>
                  <a:pt x="9128125" y="685800"/>
                </a:lnTo>
                <a:lnTo>
                  <a:pt x="9141968" y="673100"/>
                </a:lnTo>
                <a:lnTo>
                  <a:pt x="9142087" y="660400"/>
                </a:lnTo>
                <a:lnTo>
                  <a:pt x="9142207" y="647700"/>
                </a:lnTo>
                <a:lnTo>
                  <a:pt x="9142326" y="635000"/>
                </a:lnTo>
                <a:close/>
              </a:path>
              <a:path w="9144000" h="1714500">
                <a:moveTo>
                  <a:pt x="7565485" y="647700"/>
                </a:moveTo>
                <a:lnTo>
                  <a:pt x="7504557" y="647700"/>
                </a:lnTo>
                <a:lnTo>
                  <a:pt x="7528496" y="660400"/>
                </a:lnTo>
                <a:lnTo>
                  <a:pt x="7565485" y="647700"/>
                </a:lnTo>
                <a:close/>
              </a:path>
              <a:path w="9144000" h="1714500">
                <a:moveTo>
                  <a:pt x="8110728" y="647700"/>
                </a:moveTo>
                <a:lnTo>
                  <a:pt x="7903501" y="647700"/>
                </a:lnTo>
                <a:lnTo>
                  <a:pt x="7962090" y="660400"/>
                </a:lnTo>
                <a:lnTo>
                  <a:pt x="8105312" y="660400"/>
                </a:lnTo>
                <a:lnTo>
                  <a:pt x="8110728" y="647700"/>
                </a:lnTo>
                <a:close/>
              </a:path>
              <a:path w="9144000" h="1714500">
                <a:moveTo>
                  <a:pt x="8196375" y="647700"/>
                </a:moveTo>
                <a:lnTo>
                  <a:pt x="8160136" y="647700"/>
                </a:lnTo>
                <a:lnTo>
                  <a:pt x="8169909" y="660400"/>
                </a:lnTo>
                <a:lnTo>
                  <a:pt x="8196375" y="647700"/>
                </a:lnTo>
                <a:close/>
              </a:path>
              <a:path w="9144000" h="1714500">
                <a:moveTo>
                  <a:pt x="8276691" y="635000"/>
                </a:moveTo>
                <a:lnTo>
                  <a:pt x="7659798" y="635000"/>
                </a:lnTo>
                <a:lnTo>
                  <a:pt x="7678640" y="647700"/>
                </a:lnTo>
                <a:lnTo>
                  <a:pt x="8236854" y="647700"/>
                </a:lnTo>
                <a:lnTo>
                  <a:pt x="8276691" y="635000"/>
                </a:lnTo>
                <a:close/>
              </a:path>
              <a:path w="9144000" h="1714500">
                <a:moveTo>
                  <a:pt x="8428253" y="635000"/>
                </a:moveTo>
                <a:lnTo>
                  <a:pt x="8276691" y="635000"/>
                </a:lnTo>
                <a:lnTo>
                  <a:pt x="8301228" y="647700"/>
                </a:lnTo>
                <a:lnTo>
                  <a:pt x="8380983" y="647700"/>
                </a:lnTo>
                <a:lnTo>
                  <a:pt x="8428253" y="635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64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252525"/>
                </a:solidFill>
              </a:rPr>
              <a:t>Introduction</a:t>
            </a:r>
            <a:r>
              <a:rPr sz="3200" spc="-75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to</a:t>
            </a:r>
            <a:r>
              <a:rPr sz="3200" spc="-4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Smart</a:t>
            </a:r>
            <a:r>
              <a:rPr sz="3200" spc="-4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Skill</a:t>
            </a:r>
            <a:r>
              <a:rPr sz="3200" spc="-70" dirty="0">
                <a:solidFill>
                  <a:srgbClr val="252525"/>
                </a:solidFill>
              </a:rPr>
              <a:t> </a:t>
            </a:r>
            <a:r>
              <a:rPr sz="3200" spc="-10" dirty="0">
                <a:solidFill>
                  <a:srgbClr val="252525"/>
                </a:solidFill>
              </a:rPr>
              <a:t>Mirror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48764" y="2001202"/>
            <a:ext cx="6056630" cy="21082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6985">
              <a:lnSpc>
                <a:spcPts val="1730"/>
              </a:lnSpc>
              <a:spcBef>
                <a:spcPts val="290"/>
              </a:spcBef>
            </a:pP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550" spc="1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Smart</a:t>
            </a:r>
            <a:r>
              <a:rPr sz="1550" spc="2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Skill</a:t>
            </a:r>
            <a:r>
              <a:rPr sz="1550" spc="1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Mirror</a:t>
            </a:r>
            <a:r>
              <a:rPr sz="1550" spc="2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550" spc="2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550" spc="1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innovative</a:t>
            </a:r>
            <a:r>
              <a:rPr sz="1550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AR-based</a:t>
            </a:r>
            <a:r>
              <a:rPr sz="1550" spc="2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platform</a:t>
            </a:r>
            <a:r>
              <a:rPr sz="1550" spc="2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designed</a:t>
            </a:r>
            <a:r>
              <a:rPr sz="1550" spc="2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machine</a:t>
            </a:r>
            <a:r>
              <a:rPr sz="1550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training</a:t>
            </a:r>
            <a:r>
              <a:rPr sz="155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55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skill</a:t>
            </a:r>
            <a:r>
              <a:rPr sz="1550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development.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550" spc="2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utilizes</a:t>
            </a:r>
            <a:r>
              <a:rPr sz="1550" spc="25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augmented</a:t>
            </a:r>
            <a:r>
              <a:rPr sz="1550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reality</a:t>
            </a:r>
            <a:r>
              <a:rPr sz="1550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50" spc="2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provide</a:t>
            </a:r>
            <a:r>
              <a:rPr sz="1550" spc="2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real-time</a:t>
            </a:r>
            <a:r>
              <a:rPr sz="1550" spc="2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guidance</a:t>
            </a:r>
            <a:r>
              <a:rPr sz="1550" spc="2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550" spc="2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feedback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5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users.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8255">
              <a:lnSpc>
                <a:spcPts val="1730"/>
              </a:lnSpc>
              <a:tabLst>
                <a:tab pos="515620" algn="l"/>
                <a:tab pos="1562100" algn="l"/>
                <a:tab pos="2088514" algn="l"/>
                <a:tab pos="2388235" algn="l"/>
                <a:tab pos="3196590" algn="l"/>
                <a:tab pos="3973195" algn="l"/>
                <a:tab pos="4926965" algn="l"/>
                <a:tab pos="5361305" algn="l"/>
              </a:tabLst>
            </a:pPr>
            <a:r>
              <a:rPr sz="1550" spc="-20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technology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20" dirty="0">
                <a:solidFill>
                  <a:srgbClr val="252525"/>
                </a:solidFill>
                <a:latin typeface="Times New Roman"/>
                <a:cs typeface="Times New Roman"/>
              </a:rPr>
              <a:t>aims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enhance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training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efficiency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2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improve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operational</a:t>
            </a:r>
            <a:r>
              <a:rPr sz="1550" spc="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accuracy</a:t>
            </a:r>
            <a:r>
              <a:rPr sz="1550" spc="1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across</a:t>
            </a:r>
            <a:r>
              <a:rPr sz="1550" spc="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/>
                <a:cs typeface="Times New Roman"/>
              </a:rPr>
              <a:t>various</a:t>
            </a:r>
            <a:r>
              <a:rPr sz="155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/>
                <a:cs typeface="Times New Roman"/>
              </a:rPr>
              <a:t>industries.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66239" y="4476750"/>
            <a:ext cx="7477759" cy="666750"/>
          </a:xfrm>
          <a:custGeom>
            <a:avLst/>
            <a:gdLst/>
            <a:ahLst/>
            <a:cxnLst/>
            <a:rect l="l" t="t" r="r" b="b"/>
            <a:pathLst>
              <a:path w="7477759" h="666750">
                <a:moveTo>
                  <a:pt x="46736" y="646430"/>
                </a:moveTo>
                <a:lnTo>
                  <a:pt x="762" y="662940"/>
                </a:lnTo>
                <a:lnTo>
                  <a:pt x="0" y="662940"/>
                </a:lnTo>
                <a:lnTo>
                  <a:pt x="4191" y="665480"/>
                </a:lnTo>
                <a:lnTo>
                  <a:pt x="10668" y="666750"/>
                </a:lnTo>
                <a:lnTo>
                  <a:pt x="7477759" y="666750"/>
                </a:lnTo>
                <a:lnTo>
                  <a:pt x="7477759" y="651510"/>
                </a:lnTo>
                <a:lnTo>
                  <a:pt x="88467" y="651510"/>
                </a:lnTo>
                <a:lnTo>
                  <a:pt x="46736" y="646430"/>
                </a:lnTo>
                <a:close/>
              </a:path>
              <a:path w="7477759" h="666750">
                <a:moveTo>
                  <a:pt x="414062" y="575310"/>
                </a:moveTo>
                <a:lnTo>
                  <a:pt x="354361" y="575310"/>
                </a:lnTo>
                <a:lnTo>
                  <a:pt x="294257" y="579120"/>
                </a:lnTo>
                <a:lnTo>
                  <a:pt x="244706" y="584200"/>
                </a:lnTo>
                <a:lnTo>
                  <a:pt x="216662" y="586740"/>
                </a:lnTo>
                <a:lnTo>
                  <a:pt x="174930" y="607060"/>
                </a:lnTo>
                <a:lnTo>
                  <a:pt x="131699" y="633730"/>
                </a:lnTo>
                <a:lnTo>
                  <a:pt x="88467" y="651510"/>
                </a:lnTo>
                <a:lnTo>
                  <a:pt x="7477759" y="651510"/>
                </a:lnTo>
                <a:lnTo>
                  <a:pt x="7477759" y="580390"/>
                </a:lnTo>
                <a:lnTo>
                  <a:pt x="462407" y="580390"/>
                </a:lnTo>
                <a:lnTo>
                  <a:pt x="414062" y="575310"/>
                </a:lnTo>
                <a:close/>
              </a:path>
              <a:path w="7477759" h="666750">
                <a:moveTo>
                  <a:pt x="536993" y="537210"/>
                </a:moveTo>
                <a:lnTo>
                  <a:pt x="512699" y="537210"/>
                </a:lnTo>
                <a:lnTo>
                  <a:pt x="516342" y="554990"/>
                </a:lnTo>
                <a:lnTo>
                  <a:pt x="499935" y="563880"/>
                </a:lnTo>
                <a:lnTo>
                  <a:pt x="477337" y="568960"/>
                </a:lnTo>
                <a:lnTo>
                  <a:pt x="462407" y="580390"/>
                </a:lnTo>
                <a:lnTo>
                  <a:pt x="7477759" y="580390"/>
                </a:lnTo>
                <a:lnTo>
                  <a:pt x="7477759" y="538480"/>
                </a:lnTo>
                <a:lnTo>
                  <a:pt x="560847" y="538480"/>
                </a:lnTo>
                <a:lnTo>
                  <a:pt x="536993" y="537210"/>
                </a:lnTo>
                <a:close/>
              </a:path>
              <a:path w="7477759" h="666750">
                <a:moveTo>
                  <a:pt x="612648" y="515620"/>
                </a:moveTo>
                <a:lnTo>
                  <a:pt x="606538" y="518159"/>
                </a:lnTo>
                <a:lnTo>
                  <a:pt x="595010" y="520700"/>
                </a:lnTo>
                <a:lnTo>
                  <a:pt x="582269" y="521970"/>
                </a:lnTo>
                <a:lnTo>
                  <a:pt x="572516" y="523240"/>
                </a:lnTo>
                <a:lnTo>
                  <a:pt x="575581" y="534670"/>
                </a:lnTo>
                <a:lnTo>
                  <a:pt x="560847" y="538480"/>
                </a:lnTo>
                <a:lnTo>
                  <a:pt x="7477759" y="538480"/>
                </a:lnTo>
                <a:lnTo>
                  <a:pt x="7477759" y="537210"/>
                </a:lnTo>
                <a:lnTo>
                  <a:pt x="850646" y="537210"/>
                </a:lnTo>
                <a:lnTo>
                  <a:pt x="847246" y="533400"/>
                </a:lnTo>
                <a:lnTo>
                  <a:pt x="732028" y="533400"/>
                </a:lnTo>
                <a:lnTo>
                  <a:pt x="726503" y="521970"/>
                </a:lnTo>
                <a:lnTo>
                  <a:pt x="668401" y="521970"/>
                </a:lnTo>
                <a:lnTo>
                  <a:pt x="659600" y="520700"/>
                </a:lnTo>
                <a:lnTo>
                  <a:pt x="621377" y="516890"/>
                </a:lnTo>
                <a:lnTo>
                  <a:pt x="612648" y="515620"/>
                </a:lnTo>
                <a:close/>
              </a:path>
              <a:path w="7477759" h="666750">
                <a:moveTo>
                  <a:pt x="1098423" y="502920"/>
                </a:moveTo>
                <a:lnTo>
                  <a:pt x="1074362" y="502920"/>
                </a:lnTo>
                <a:lnTo>
                  <a:pt x="1028525" y="509270"/>
                </a:lnTo>
                <a:lnTo>
                  <a:pt x="982426" y="516890"/>
                </a:lnTo>
                <a:lnTo>
                  <a:pt x="957580" y="518159"/>
                </a:lnTo>
                <a:lnTo>
                  <a:pt x="850646" y="537210"/>
                </a:lnTo>
                <a:lnTo>
                  <a:pt x="7477759" y="537210"/>
                </a:lnTo>
                <a:lnTo>
                  <a:pt x="7477759" y="516890"/>
                </a:lnTo>
                <a:lnTo>
                  <a:pt x="1392936" y="516890"/>
                </a:lnTo>
                <a:lnTo>
                  <a:pt x="1384766" y="513080"/>
                </a:lnTo>
                <a:lnTo>
                  <a:pt x="1163907" y="513080"/>
                </a:lnTo>
                <a:lnTo>
                  <a:pt x="1098423" y="502920"/>
                </a:lnTo>
                <a:close/>
              </a:path>
              <a:path w="7477759" h="666750">
                <a:moveTo>
                  <a:pt x="797052" y="518159"/>
                </a:moveTo>
                <a:lnTo>
                  <a:pt x="775462" y="518159"/>
                </a:lnTo>
                <a:lnTo>
                  <a:pt x="732028" y="533400"/>
                </a:lnTo>
                <a:lnTo>
                  <a:pt x="847246" y="533400"/>
                </a:lnTo>
                <a:lnTo>
                  <a:pt x="838180" y="523240"/>
                </a:lnTo>
                <a:lnTo>
                  <a:pt x="810964" y="523240"/>
                </a:lnTo>
                <a:lnTo>
                  <a:pt x="804926" y="521970"/>
                </a:lnTo>
                <a:lnTo>
                  <a:pt x="797052" y="518159"/>
                </a:lnTo>
                <a:close/>
              </a:path>
              <a:path w="7477759" h="666750">
                <a:moveTo>
                  <a:pt x="835914" y="520700"/>
                </a:moveTo>
                <a:lnTo>
                  <a:pt x="826232" y="521970"/>
                </a:lnTo>
                <a:lnTo>
                  <a:pt x="817991" y="523240"/>
                </a:lnTo>
                <a:lnTo>
                  <a:pt x="838180" y="523240"/>
                </a:lnTo>
                <a:lnTo>
                  <a:pt x="835914" y="520700"/>
                </a:lnTo>
                <a:close/>
              </a:path>
              <a:path w="7477759" h="666750">
                <a:moveTo>
                  <a:pt x="724662" y="518159"/>
                </a:moveTo>
                <a:lnTo>
                  <a:pt x="668401" y="521970"/>
                </a:lnTo>
                <a:lnTo>
                  <a:pt x="726503" y="521970"/>
                </a:lnTo>
                <a:lnTo>
                  <a:pt x="724662" y="518159"/>
                </a:lnTo>
                <a:close/>
              </a:path>
              <a:path w="7477759" h="666750">
                <a:moveTo>
                  <a:pt x="1467691" y="495300"/>
                </a:moveTo>
                <a:lnTo>
                  <a:pt x="1425852" y="495300"/>
                </a:lnTo>
                <a:lnTo>
                  <a:pt x="1397574" y="500380"/>
                </a:lnTo>
                <a:lnTo>
                  <a:pt x="1392936" y="516890"/>
                </a:lnTo>
                <a:lnTo>
                  <a:pt x="7477759" y="516890"/>
                </a:lnTo>
                <a:lnTo>
                  <a:pt x="7477759" y="496570"/>
                </a:lnTo>
                <a:lnTo>
                  <a:pt x="1513012" y="496570"/>
                </a:lnTo>
                <a:lnTo>
                  <a:pt x="1467691" y="495300"/>
                </a:lnTo>
                <a:close/>
              </a:path>
              <a:path w="7477759" h="666750">
                <a:moveTo>
                  <a:pt x="1354812" y="499109"/>
                </a:moveTo>
                <a:lnTo>
                  <a:pt x="1309878" y="499109"/>
                </a:lnTo>
                <a:lnTo>
                  <a:pt x="1268849" y="504190"/>
                </a:lnTo>
                <a:lnTo>
                  <a:pt x="1242441" y="504190"/>
                </a:lnTo>
                <a:lnTo>
                  <a:pt x="1192131" y="511809"/>
                </a:lnTo>
                <a:lnTo>
                  <a:pt x="1163907" y="513080"/>
                </a:lnTo>
                <a:lnTo>
                  <a:pt x="1384766" y="513080"/>
                </a:lnTo>
                <a:lnTo>
                  <a:pt x="1354812" y="499109"/>
                </a:lnTo>
                <a:close/>
              </a:path>
              <a:path w="7477759" h="666750">
                <a:moveTo>
                  <a:pt x="1677924" y="462280"/>
                </a:moveTo>
                <a:lnTo>
                  <a:pt x="1676832" y="471170"/>
                </a:lnTo>
                <a:lnTo>
                  <a:pt x="1647761" y="476250"/>
                </a:lnTo>
                <a:lnTo>
                  <a:pt x="1607736" y="478790"/>
                </a:lnTo>
                <a:lnTo>
                  <a:pt x="1573784" y="480059"/>
                </a:lnTo>
                <a:lnTo>
                  <a:pt x="1551735" y="494030"/>
                </a:lnTo>
                <a:lnTo>
                  <a:pt x="1513012" y="496570"/>
                </a:lnTo>
                <a:lnTo>
                  <a:pt x="7477759" y="496570"/>
                </a:lnTo>
                <a:lnTo>
                  <a:pt x="7477759" y="467359"/>
                </a:lnTo>
                <a:lnTo>
                  <a:pt x="1726244" y="467359"/>
                </a:lnTo>
                <a:lnTo>
                  <a:pt x="1677924" y="462280"/>
                </a:lnTo>
                <a:close/>
              </a:path>
              <a:path w="7477759" h="666750">
                <a:moveTo>
                  <a:pt x="1954117" y="411480"/>
                </a:moveTo>
                <a:lnTo>
                  <a:pt x="1940825" y="412750"/>
                </a:lnTo>
                <a:lnTo>
                  <a:pt x="1917700" y="431800"/>
                </a:lnTo>
                <a:lnTo>
                  <a:pt x="1867527" y="435609"/>
                </a:lnTo>
                <a:lnTo>
                  <a:pt x="1828865" y="443230"/>
                </a:lnTo>
                <a:lnTo>
                  <a:pt x="1796145" y="454659"/>
                </a:lnTo>
                <a:lnTo>
                  <a:pt x="1763794" y="463550"/>
                </a:lnTo>
                <a:lnTo>
                  <a:pt x="1726244" y="467359"/>
                </a:lnTo>
                <a:lnTo>
                  <a:pt x="7477759" y="467359"/>
                </a:lnTo>
                <a:lnTo>
                  <a:pt x="7477759" y="422909"/>
                </a:lnTo>
                <a:lnTo>
                  <a:pt x="2012045" y="422909"/>
                </a:lnTo>
                <a:lnTo>
                  <a:pt x="2005451" y="415290"/>
                </a:lnTo>
                <a:lnTo>
                  <a:pt x="1970313" y="415290"/>
                </a:lnTo>
                <a:lnTo>
                  <a:pt x="1954117" y="411480"/>
                </a:lnTo>
                <a:close/>
              </a:path>
              <a:path w="7477759" h="666750">
                <a:moveTo>
                  <a:pt x="2066448" y="408940"/>
                </a:moveTo>
                <a:lnTo>
                  <a:pt x="2037175" y="415290"/>
                </a:lnTo>
                <a:lnTo>
                  <a:pt x="2012045" y="422909"/>
                </a:lnTo>
                <a:lnTo>
                  <a:pt x="7477759" y="422909"/>
                </a:lnTo>
                <a:lnTo>
                  <a:pt x="7477759" y="420370"/>
                </a:lnTo>
                <a:lnTo>
                  <a:pt x="2088769" y="420370"/>
                </a:lnTo>
                <a:lnTo>
                  <a:pt x="2066448" y="408940"/>
                </a:lnTo>
                <a:close/>
              </a:path>
              <a:path w="7477759" h="666750">
                <a:moveTo>
                  <a:pt x="2361872" y="354330"/>
                </a:moveTo>
                <a:lnTo>
                  <a:pt x="2310590" y="363220"/>
                </a:lnTo>
                <a:lnTo>
                  <a:pt x="2261998" y="374650"/>
                </a:lnTo>
                <a:lnTo>
                  <a:pt x="2205285" y="374650"/>
                </a:lnTo>
                <a:lnTo>
                  <a:pt x="2184921" y="377190"/>
                </a:lnTo>
                <a:lnTo>
                  <a:pt x="2175764" y="379730"/>
                </a:lnTo>
                <a:lnTo>
                  <a:pt x="2145665" y="391160"/>
                </a:lnTo>
                <a:lnTo>
                  <a:pt x="2143125" y="400050"/>
                </a:lnTo>
                <a:lnTo>
                  <a:pt x="2121408" y="405130"/>
                </a:lnTo>
                <a:lnTo>
                  <a:pt x="2110057" y="411480"/>
                </a:lnTo>
                <a:lnTo>
                  <a:pt x="2103183" y="414020"/>
                </a:lnTo>
                <a:lnTo>
                  <a:pt x="2096119" y="417830"/>
                </a:lnTo>
                <a:lnTo>
                  <a:pt x="2088769" y="420370"/>
                </a:lnTo>
                <a:lnTo>
                  <a:pt x="7477759" y="420370"/>
                </a:lnTo>
                <a:lnTo>
                  <a:pt x="7477759" y="374650"/>
                </a:lnTo>
                <a:lnTo>
                  <a:pt x="2261998" y="374650"/>
                </a:lnTo>
                <a:lnTo>
                  <a:pt x="2216658" y="373380"/>
                </a:lnTo>
                <a:lnTo>
                  <a:pt x="7477759" y="373380"/>
                </a:lnTo>
                <a:lnTo>
                  <a:pt x="7477759" y="358140"/>
                </a:lnTo>
                <a:lnTo>
                  <a:pt x="2442682" y="358140"/>
                </a:lnTo>
                <a:lnTo>
                  <a:pt x="2361872" y="354330"/>
                </a:lnTo>
                <a:close/>
              </a:path>
              <a:path w="7477759" h="666750">
                <a:moveTo>
                  <a:pt x="2002155" y="411480"/>
                </a:moveTo>
                <a:lnTo>
                  <a:pt x="1970313" y="415290"/>
                </a:lnTo>
                <a:lnTo>
                  <a:pt x="2005451" y="415290"/>
                </a:lnTo>
                <a:lnTo>
                  <a:pt x="2002155" y="411480"/>
                </a:lnTo>
                <a:close/>
              </a:path>
              <a:path w="7477759" h="666750">
                <a:moveTo>
                  <a:pt x="2632075" y="314960"/>
                </a:moveTo>
                <a:lnTo>
                  <a:pt x="2628844" y="321310"/>
                </a:lnTo>
                <a:lnTo>
                  <a:pt x="2610230" y="322580"/>
                </a:lnTo>
                <a:lnTo>
                  <a:pt x="2587712" y="322580"/>
                </a:lnTo>
                <a:lnTo>
                  <a:pt x="2572766" y="328930"/>
                </a:lnTo>
                <a:lnTo>
                  <a:pt x="2566287" y="335280"/>
                </a:lnTo>
                <a:lnTo>
                  <a:pt x="2556176" y="339090"/>
                </a:lnTo>
                <a:lnTo>
                  <a:pt x="2544137" y="340360"/>
                </a:lnTo>
                <a:lnTo>
                  <a:pt x="2531872" y="342900"/>
                </a:lnTo>
                <a:lnTo>
                  <a:pt x="2511905" y="350520"/>
                </a:lnTo>
                <a:lnTo>
                  <a:pt x="2478532" y="355600"/>
                </a:lnTo>
                <a:lnTo>
                  <a:pt x="2442682" y="358140"/>
                </a:lnTo>
                <a:lnTo>
                  <a:pt x="7477759" y="358140"/>
                </a:lnTo>
                <a:lnTo>
                  <a:pt x="7477759" y="316230"/>
                </a:lnTo>
                <a:lnTo>
                  <a:pt x="2661513" y="316230"/>
                </a:lnTo>
                <a:lnTo>
                  <a:pt x="2632075" y="314960"/>
                </a:lnTo>
                <a:close/>
              </a:path>
              <a:path w="7477759" h="666750">
                <a:moveTo>
                  <a:pt x="2734183" y="284480"/>
                </a:moveTo>
                <a:lnTo>
                  <a:pt x="2710531" y="294640"/>
                </a:lnTo>
                <a:lnTo>
                  <a:pt x="2686986" y="307340"/>
                </a:lnTo>
                <a:lnTo>
                  <a:pt x="2661513" y="316230"/>
                </a:lnTo>
                <a:lnTo>
                  <a:pt x="7477759" y="316230"/>
                </a:lnTo>
                <a:lnTo>
                  <a:pt x="7477759" y="285750"/>
                </a:lnTo>
                <a:lnTo>
                  <a:pt x="2760525" y="285750"/>
                </a:lnTo>
                <a:lnTo>
                  <a:pt x="2734183" y="284480"/>
                </a:lnTo>
                <a:close/>
              </a:path>
              <a:path w="7477759" h="666750">
                <a:moveTo>
                  <a:pt x="2875915" y="254000"/>
                </a:moveTo>
                <a:lnTo>
                  <a:pt x="2827783" y="264160"/>
                </a:lnTo>
                <a:lnTo>
                  <a:pt x="2790523" y="276860"/>
                </a:lnTo>
                <a:lnTo>
                  <a:pt x="2760525" y="285750"/>
                </a:lnTo>
                <a:lnTo>
                  <a:pt x="7477759" y="285750"/>
                </a:lnTo>
                <a:lnTo>
                  <a:pt x="7477759" y="269240"/>
                </a:lnTo>
                <a:lnTo>
                  <a:pt x="2946654" y="269240"/>
                </a:lnTo>
                <a:lnTo>
                  <a:pt x="2911901" y="261620"/>
                </a:lnTo>
                <a:lnTo>
                  <a:pt x="2899711" y="260350"/>
                </a:lnTo>
                <a:lnTo>
                  <a:pt x="2893308" y="260350"/>
                </a:lnTo>
                <a:lnTo>
                  <a:pt x="2875915" y="254000"/>
                </a:lnTo>
                <a:close/>
              </a:path>
              <a:path w="7477759" h="666750">
                <a:moveTo>
                  <a:pt x="3059358" y="248920"/>
                </a:moveTo>
                <a:lnTo>
                  <a:pt x="3046761" y="252729"/>
                </a:lnTo>
                <a:lnTo>
                  <a:pt x="3034688" y="257809"/>
                </a:lnTo>
                <a:lnTo>
                  <a:pt x="3020568" y="262890"/>
                </a:lnTo>
                <a:lnTo>
                  <a:pt x="3000178" y="264160"/>
                </a:lnTo>
                <a:lnTo>
                  <a:pt x="2976133" y="266700"/>
                </a:lnTo>
                <a:lnTo>
                  <a:pt x="2955827" y="267970"/>
                </a:lnTo>
                <a:lnTo>
                  <a:pt x="2946654" y="269240"/>
                </a:lnTo>
                <a:lnTo>
                  <a:pt x="7477759" y="269240"/>
                </a:lnTo>
                <a:lnTo>
                  <a:pt x="7477759" y="266700"/>
                </a:lnTo>
                <a:lnTo>
                  <a:pt x="3222609" y="266700"/>
                </a:lnTo>
                <a:lnTo>
                  <a:pt x="3176091" y="264160"/>
                </a:lnTo>
                <a:lnTo>
                  <a:pt x="3127082" y="260350"/>
                </a:lnTo>
                <a:lnTo>
                  <a:pt x="3075051" y="250190"/>
                </a:lnTo>
                <a:lnTo>
                  <a:pt x="3059358" y="248920"/>
                </a:lnTo>
                <a:close/>
              </a:path>
              <a:path w="7477759" h="666750">
                <a:moveTo>
                  <a:pt x="3598505" y="208279"/>
                </a:moveTo>
                <a:lnTo>
                  <a:pt x="3583527" y="215900"/>
                </a:lnTo>
                <a:lnTo>
                  <a:pt x="3570025" y="226059"/>
                </a:lnTo>
                <a:lnTo>
                  <a:pt x="3545713" y="232409"/>
                </a:lnTo>
                <a:lnTo>
                  <a:pt x="3525313" y="232409"/>
                </a:lnTo>
                <a:lnTo>
                  <a:pt x="3506152" y="233679"/>
                </a:lnTo>
                <a:lnTo>
                  <a:pt x="3490706" y="240029"/>
                </a:lnTo>
                <a:lnTo>
                  <a:pt x="3481451" y="248920"/>
                </a:lnTo>
                <a:lnTo>
                  <a:pt x="3441954" y="250190"/>
                </a:lnTo>
                <a:lnTo>
                  <a:pt x="3423549" y="251459"/>
                </a:lnTo>
                <a:lnTo>
                  <a:pt x="3412002" y="255270"/>
                </a:lnTo>
                <a:lnTo>
                  <a:pt x="3393079" y="259079"/>
                </a:lnTo>
                <a:lnTo>
                  <a:pt x="3352546" y="262890"/>
                </a:lnTo>
                <a:lnTo>
                  <a:pt x="3222609" y="266700"/>
                </a:lnTo>
                <a:lnTo>
                  <a:pt x="7477759" y="266700"/>
                </a:lnTo>
                <a:lnTo>
                  <a:pt x="7477759" y="212090"/>
                </a:lnTo>
                <a:lnTo>
                  <a:pt x="3627247" y="212090"/>
                </a:lnTo>
                <a:lnTo>
                  <a:pt x="3598505" y="208279"/>
                </a:lnTo>
                <a:close/>
              </a:path>
              <a:path w="7477759" h="666750">
                <a:moveTo>
                  <a:pt x="3763899" y="170179"/>
                </a:moveTo>
                <a:lnTo>
                  <a:pt x="3747389" y="170179"/>
                </a:lnTo>
                <a:lnTo>
                  <a:pt x="3734435" y="175259"/>
                </a:lnTo>
                <a:lnTo>
                  <a:pt x="3729281" y="175259"/>
                </a:lnTo>
                <a:lnTo>
                  <a:pt x="3723020" y="176529"/>
                </a:lnTo>
                <a:lnTo>
                  <a:pt x="3708654" y="179070"/>
                </a:lnTo>
                <a:lnTo>
                  <a:pt x="3684270" y="182879"/>
                </a:lnTo>
                <a:lnTo>
                  <a:pt x="3686302" y="185420"/>
                </a:lnTo>
                <a:lnTo>
                  <a:pt x="3675378" y="191770"/>
                </a:lnTo>
                <a:lnTo>
                  <a:pt x="3651964" y="196850"/>
                </a:lnTo>
                <a:lnTo>
                  <a:pt x="3630955" y="203200"/>
                </a:lnTo>
                <a:lnTo>
                  <a:pt x="3627247" y="212090"/>
                </a:lnTo>
                <a:lnTo>
                  <a:pt x="7477759" y="212090"/>
                </a:lnTo>
                <a:lnTo>
                  <a:pt x="7477759" y="196850"/>
                </a:lnTo>
                <a:lnTo>
                  <a:pt x="4127373" y="196850"/>
                </a:lnTo>
                <a:lnTo>
                  <a:pt x="4075805" y="195579"/>
                </a:lnTo>
                <a:lnTo>
                  <a:pt x="4050329" y="191770"/>
                </a:lnTo>
                <a:lnTo>
                  <a:pt x="3835403" y="191770"/>
                </a:lnTo>
                <a:lnTo>
                  <a:pt x="3827430" y="187959"/>
                </a:lnTo>
                <a:lnTo>
                  <a:pt x="3815123" y="181609"/>
                </a:lnTo>
                <a:lnTo>
                  <a:pt x="3793363" y="180340"/>
                </a:lnTo>
                <a:lnTo>
                  <a:pt x="3770455" y="180340"/>
                </a:lnTo>
                <a:lnTo>
                  <a:pt x="3764162" y="179070"/>
                </a:lnTo>
                <a:lnTo>
                  <a:pt x="3762883" y="176529"/>
                </a:lnTo>
                <a:lnTo>
                  <a:pt x="3763645" y="172720"/>
                </a:lnTo>
                <a:lnTo>
                  <a:pt x="3763772" y="171450"/>
                </a:lnTo>
                <a:lnTo>
                  <a:pt x="3763899" y="170179"/>
                </a:lnTo>
                <a:close/>
              </a:path>
              <a:path w="7477759" h="666750">
                <a:moveTo>
                  <a:pt x="4144254" y="189229"/>
                </a:moveTo>
                <a:lnTo>
                  <a:pt x="4127373" y="196850"/>
                </a:lnTo>
                <a:lnTo>
                  <a:pt x="7477759" y="196850"/>
                </a:lnTo>
                <a:lnTo>
                  <a:pt x="7477759" y="194309"/>
                </a:lnTo>
                <a:lnTo>
                  <a:pt x="5970524" y="194309"/>
                </a:lnTo>
                <a:lnTo>
                  <a:pt x="5969298" y="191770"/>
                </a:lnTo>
                <a:lnTo>
                  <a:pt x="4158218" y="191770"/>
                </a:lnTo>
                <a:lnTo>
                  <a:pt x="4144254" y="189229"/>
                </a:lnTo>
                <a:close/>
              </a:path>
              <a:path w="7477759" h="666750">
                <a:moveTo>
                  <a:pt x="6000331" y="185420"/>
                </a:moveTo>
                <a:lnTo>
                  <a:pt x="5990574" y="186690"/>
                </a:lnTo>
                <a:lnTo>
                  <a:pt x="5979650" y="190500"/>
                </a:lnTo>
                <a:lnTo>
                  <a:pt x="5970524" y="194309"/>
                </a:lnTo>
                <a:lnTo>
                  <a:pt x="7477759" y="194309"/>
                </a:lnTo>
                <a:lnTo>
                  <a:pt x="7477759" y="189229"/>
                </a:lnTo>
                <a:lnTo>
                  <a:pt x="6005957" y="189229"/>
                </a:lnTo>
                <a:lnTo>
                  <a:pt x="6000331" y="185420"/>
                </a:lnTo>
                <a:close/>
              </a:path>
              <a:path w="7477759" h="666750">
                <a:moveTo>
                  <a:pt x="3847338" y="175259"/>
                </a:moveTo>
                <a:lnTo>
                  <a:pt x="3844163" y="181609"/>
                </a:lnTo>
                <a:lnTo>
                  <a:pt x="3835403" y="191770"/>
                </a:lnTo>
                <a:lnTo>
                  <a:pt x="3975989" y="191770"/>
                </a:lnTo>
                <a:lnTo>
                  <a:pt x="3955782" y="185420"/>
                </a:lnTo>
                <a:lnTo>
                  <a:pt x="3948033" y="180340"/>
                </a:lnTo>
                <a:lnTo>
                  <a:pt x="3913759" y="180340"/>
                </a:lnTo>
                <a:lnTo>
                  <a:pt x="3906777" y="177800"/>
                </a:lnTo>
                <a:lnTo>
                  <a:pt x="3863594" y="177800"/>
                </a:lnTo>
                <a:lnTo>
                  <a:pt x="3847338" y="175259"/>
                </a:lnTo>
                <a:close/>
              </a:path>
              <a:path w="7477759" h="666750">
                <a:moveTo>
                  <a:pt x="4000053" y="185420"/>
                </a:moveTo>
                <a:lnTo>
                  <a:pt x="3975989" y="191770"/>
                </a:lnTo>
                <a:lnTo>
                  <a:pt x="4050329" y="191770"/>
                </a:lnTo>
                <a:lnTo>
                  <a:pt x="4033345" y="189229"/>
                </a:lnTo>
                <a:lnTo>
                  <a:pt x="4000053" y="185420"/>
                </a:lnTo>
                <a:close/>
              </a:path>
              <a:path w="7477759" h="666750">
                <a:moveTo>
                  <a:pt x="4277369" y="171450"/>
                </a:moveTo>
                <a:lnTo>
                  <a:pt x="4263644" y="171450"/>
                </a:lnTo>
                <a:lnTo>
                  <a:pt x="4247927" y="173990"/>
                </a:lnTo>
                <a:lnTo>
                  <a:pt x="4230973" y="177800"/>
                </a:lnTo>
                <a:lnTo>
                  <a:pt x="4216923" y="180340"/>
                </a:lnTo>
                <a:lnTo>
                  <a:pt x="4209923" y="180340"/>
                </a:lnTo>
                <a:lnTo>
                  <a:pt x="4177397" y="191770"/>
                </a:lnTo>
                <a:lnTo>
                  <a:pt x="5891568" y="191770"/>
                </a:lnTo>
                <a:lnTo>
                  <a:pt x="5862244" y="187959"/>
                </a:lnTo>
                <a:lnTo>
                  <a:pt x="5848182" y="182879"/>
                </a:lnTo>
                <a:lnTo>
                  <a:pt x="5846857" y="181609"/>
                </a:lnTo>
                <a:lnTo>
                  <a:pt x="5788025" y="181609"/>
                </a:lnTo>
                <a:lnTo>
                  <a:pt x="5745639" y="177800"/>
                </a:lnTo>
                <a:lnTo>
                  <a:pt x="5639489" y="172720"/>
                </a:lnTo>
                <a:lnTo>
                  <a:pt x="4291250" y="172720"/>
                </a:lnTo>
                <a:lnTo>
                  <a:pt x="4277369" y="171450"/>
                </a:lnTo>
                <a:close/>
              </a:path>
              <a:path w="7477759" h="666750">
                <a:moveTo>
                  <a:pt x="5960824" y="186690"/>
                </a:moveTo>
                <a:lnTo>
                  <a:pt x="5951789" y="186690"/>
                </a:lnTo>
                <a:lnTo>
                  <a:pt x="5943981" y="189229"/>
                </a:lnTo>
                <a:lnTo>
                  <a:pt x="5891568" y="191770"/>
                </a:lnTo>
                <a:lnTo>
                  <a:pt x="5969298" y="191770"/>
                </a:lnTo>
                <a:lnTo>
                  <a:pt x="5968073" y="189229"/>
                </a:lnTo>
                <a:lnTo>
                  <a:pt x="5960824" y="186690"/>
                </a:lnTo>
                <a:close/>
              </a:path>
              <a:path w="7477759" h="666750">
                <a:moveTo>
                  <a:pt x="6147943" y="166370"/>
                </a:moveTo>
                <a:lnTo>
                  <a:pt x="6114631" y="176529"/>
                </a:lnTo>
                <a:lnTo>
                  <a:pt x="6079569" y="182879"/>
                </a:lnTo>
                <a:lnTo>
                  <a:pt x="6043197" y="186690"/>
                </a:lnTo>
                <a:lnTo>
                  <a:pt x="6005957" y="189229"/>
                </a:lnTo>
                <a:lnTo>
                  <a:pt x="7477759" y="189229"/>
                </a:lnTo>
                <a:lnTo>
                  <a:pt x="7477759" y="168909"/>
                </a:lnTo>
                <a:lnTo>
                  <a:pt x="6201675" y="168909"/>
                </a:lnTo>
                <a:lnTo>
                  <a:pt x="6147943" y="166370"/>
                </a:lnTo>
                <a:close/>
              </a:path>
              <a:path w="7477759" h="666750">
                <a:moveTo>
                  <a:pt x="3682238" y="180340"/>
                </a:moveTo>
                <a:lnTo>
                  <a:pt x="3682873" y="182879"/>
                </a:lnTo>
                <a:lnTo>
                  <a:pt x="3684270" y="182879"/>
                </a:lnTo>
                <a:lnTo>
                  <a:pt x="3682238" y="180340"/>
                </a:lnTo>
                <a:close/>
              </a:path>
              <a:path w="7477759" h="666750">
                <a:moveTo>
                  <a:pt x="5834538" y="171450"/>
                </a:moveTo>
                <a:lnTo>
                  <a:pt x="5819304" y="172720"/>
                </a:lnTo>
                <a:lnTo>
                  <a:pt x="5788025" y="181609"/>
                </a:lnTo>
                <a:lnTo>
                  <a:pt x="5846857" y="181609"/>
                </a:lnTo>
                <a:lnTo>
                  <a:pt x="5841556" y="176529"/>
                </a:lnTo>
                <a:lnTo>
                  <a:pt x="5834538" y="171450"/>
                </a:lnTo>
                <a:close/>
              </a:path>
              <a:path w="7477759" h="666750">
                <a:moveTo>
                  <a:pt x="3682076" y="180109"/>
                </a:moveTo>
                <a:lnTo>
                  <a:pt x="3681984" y="180340"/>
                </a:lnTo>
                <a:lnTo>
                  <a:pt x="3682238" y="180340"/>
                </a:lnTo>
                <a:lnTo>
                  <a:pt x="3682076" y="180109"/>
                </a:lnTo>
                <a:close/>
              </a:path>
              <a:path w="7477759" h="666750">
                <a:moveTo>
                  <a:pt x="3932894" y="172720"/>
                </a:moveTo>
                <a:lnTo>
                  <a:pt x="3913759" y="180340"/>
                </a:lnTo>
                <a:lnTo>
                  <a:pt x="3948033" y="180340"/>
                </a:lnTo>
                <a:lnTo>
                  <a:pt x="3944159" y="177800"/>
                </a:lnTo>
                <a:lnTo>
                  <a:pt x="3932894" y="172720"/>
                </a:lnTo>
                <a:close/>
              </a:path>
              <a:path w="7477759" h="666750">
                <a:moveTo>
                  <a:pt x="3682746" y="178435"/>
                </a:moveTo>
                <a:lnTo>
                  <a:pt x="3681349" y="179070"/>
                </a:lnTo>
                <a:lnTo>
                  <a:pt x="3682076" y="180109"/>
                </a:lnTo>
                <a:lnTo>
                  <a:pt x="3682746" y="178435"/>
                </a:lnTo>
                <a:close/>
              </a:path>
              <a:path w="7477759" h="666750">
                <a:moveTo>
                  <a:pt x="3684143" y="177800"/>
                </a:moveTo>
                <a:lnTo>
                  <a:pt x="3683000" y="177800"/>
                </a:lnTo>
                <a:lnTo>
                  <a:pt x="3682746" y="178435"/>
                </a:lnTo>
                <a:lnTo>
                  <a:pt x="3684143" y="177800"/>
                </a:lnTo>
                <a:close/>
              </a:path>
              <a:path w="7477759" h="666750">
                <a:moveTo>
                  <a:pt x="3890581" y="176529"/>
                </a:moveTo>
                <a:lnTo>
                  <a:pt x="3873432" y="177800"/>
                </a:lnTo>
                <a:lnTo>
                  <a:pt x="3906777" y="177800"/>
                </a:lnTo>
                <a:lnTo>
                  <a:pt x="3890581" y="176529"/>
                </a:lnTo>
                <a:close/>
              </a:path>
              <a:path w="7477759" h="666750">
                <a:moveTo>
                  <a:pt x="4612661" y="106679"/>
                </a:moveTo>
                <a:lnTo>
                  <a:pt x="4477608" y="123190"/>
                </a:lnTo>
                <a:lnTo>
                  <a:pt x="4425762" y="132079"/>
                </a:lnTo>
                <a:lnTo>
                  <a:pt x="4372879" y="146050"/>
                </a:lnTo>
                <a:lnTo>
                  <a:pt x="4319143" y="166370"/>
                </a:lnTo>
                <a:lnTo>
                  <a:pt x="4305202" y="172720"/>
                </a:lnTo>
                <a:lnTo>
                  <a:pt x="5639489" y="172720"/>
                </a:lnTo>
                <a:lnTo>
                  <a:pt x="5589588" y="170179"/>
                </a:lnTo>
                <a:lnTo>
                  <a:pt x="5551043" y="166370"/>
                </a:lnTo>
                <a:lnTo>
                  <a:pt x="5525672" y="157479"/>
                </a:lnTo>
                <a:lnTo>
                  <a:pt x="5515911" y="148590"/>
                </a:lnTo>
                <a:lnTo>
                  <a:pt x="5506412" y="139700"/>
                </a:lnTo>
                <a:lnTo>
                  <a:pt x="5494120" y="137159"/>
                </a:lnTo>
                <a:lnTo>
                  <a:pt x="4955746" y="137159"/>
                </a:lnTo>
                <a:lnTo>
                  <a:pt x="4935220" y="132079"/>
                </a:lnTo>
                <a:lnTo>
                  <a:pt x="4931308" y="123190"/>
                </a:lnTo>
                <a:lnTo>
                  <a:pt x="4905644" y="120650"/>
                </a:lnTo>
                <a:lnTo>
                  <a:pt x="4877623" y="119379"/>
                </a:lnTo>
                <a:lnTo>
                  <a:pt x="4841230" y="119379"/>
                </a:lnTo>
                <a:lnTo>
                  <a:pt x="4836720" y="118109"/>
                </a:lnTo>
                <a:lnTo>
                  <a:pt x="4657847" y="118109"/>
                </a:lnTo>
                <a:lnTo>
                  <a:pt x="4644151" y="115570"/>
                </a:lnTo>
                <a:lnTo>
                  <a:pt x="4631991" y="110490"/>
                </a:lnTo>
                <a:lnTo>
                  <a:pt x="4612661" y="106679"/>
                </a:lnTo>
                <a:close/>
              </a:path>
              <a:path w="7477759" h="666750">
                <a:moveTo>
                  <a:pt x="6258433" y="138429"/>
                </a:moveTo>
                <a:lnTo>
                  <a:pt x="6240418" y="147320"/>
                </a:lnTo>
                <a:lnTo>
                  <a:pt x="6227000" y="160020"/>
                </a:lnTo>
                <a:lnTo>
                  <a:pt x="6201675" y="168909"/>
                </a:lnTo>
                <a:lnTo>
                  <a:pt x="7477759" y="168909"/>
                </a:lnTo>
                <a:lnTo>
                  <a:pt x="7477759" y="153670"/>
                </a:lnTo>
                <a:lnTo>
                  <a:pt x="6517157" y="153670"/>
                </a:lnTo>
                <a:lnTo>
                  <a:pt x="6507967" y="149859"/>
                </a:lnTo>
                <a:lnTo>
                  <a:pt x="6401181" y="149859"/>
                </a:lnTo>
                <a:lnTo>
                  <a:pt x="6373238" y="147320"/>
                </a:lnTo>
                <a:lnTo>
                  <a:pt x="6326854" y="147320"/>
                </a:lnTo>
                <a:lnTo>
                  <a:pt x="6295917" y="146050"/>
                </a:lnTo>
                <a:lnTo>
                  <a:pt x="6258433" y="138429"/>
                </a:lnTo>
                <a:close/>
              </a:path>
              <a:path w="7477759" h="666750">
                <a:moveTo>
                  <a:pt x="6607936" y="125729"/>
                </a:moveTo>
                <a:lnTo>
                  <a:pt x="6575089" y="134620"/>
                </a:lnTo>
                <a:lnTo>
                  <a:pt x="6545754" y="148590"/>
                </a:lnTo>
                <a:lnTo>
                  <a:pt x="6517157" y="153670"/>
                </a:lnTo>
                <a:lnTo>
                  <a:pt x="7477759" y="153670"/>
                </a:lnTo>
                <a:lnTo>
                  <a:pt x="7477759" y="135890"/>
                </a:lnTo>
                <a:lnTo>
                  <a:pt x="6866731" y="135890"/>
                </a:lnTo>
                <a:lnTo>
                  <a:pt x="6858059" y="134620"/>
                </a:lnTo>
                <a:lnTo>
                  <a:pt x="6852949" y="132079"/>
                </a:lnTo>
                <a:lnTo>
                  <a:pt x="6693725" y="132079"/>
                </a:lnTo>
                <a:lnTo>
                  <a:pt x="6648342" y="127000"/>
                </a:lnTo>
                <a:lnTo>
                  <a:pt x="6607936" y="125729"/>
                </a:lnTo>
                <a:close/>
              </a:path>
              <a:path w="7477759" h="666750">
                <a:moveTo>
                  <a:pt x="6486525" y="140970"/>
                </a:moveTo>
                <a:lnTo>
                  <a:pt x="6465010" y="146050"/>
                </a:lnTo>
                <a:lnTo>
                  <a:pt x="6440328" y="147320"/>
                </a:lnTo>
                <a:lnTo>
                  <a:pt x="6417409" y="147320"/>
                </a:lnTo>
                <a:lnTo>
                  <a:pt x="6401181" y="149859"/>
                </a:lnTo>
                <a:lnTo>
                  <a:pt x="6507967" y="149859"/>
                </a:lnTo>
                <a:lnTo>
                  <a:pt x="6486525" y="140970"/>
                </a:lnTo>
                <a:close/>
              </a:path>
              <a:path w="7477759" h="666750">
                <a:moveTo>
                  <a:pt x="6359267" y="146050"/>
                </a:moveTo>
                <a:lnTo>
                  <a:pt x="6326854" y="147320"/>
                </a:lnTo>
                <a:lnTo>
                  <a:pt x="6373238" y="147320"/>
                </a:lnTo>
                <a:lnTo>
                  <a:pt x="6359267" y="146050"/>
                </a:lnTo>
                <a:close/>
              </a:path>
              <a:path w="7477759" h="666750">
                <a:moveTo>
                  <a:pt x="4988512" y="128270"/>
                </a:moveTo>
                <a:lnTo>
                  <a:pt x="4972177" y="132079"/>
                </a:lnTo>
                <a:lnTo>
                  <a:pt x="4955746" y="137159"/>
                </a:lnTo>
                <a:lnTo>
                  <a:pt x="5494120" y="137159"/>
                </a:lnTo>
                <a:lnTo>
                  <a:pt x="5481828" y="134620"/>
                </a:lnTo>
                <a:lnTo>
                  <a:pt x="5431311" y="130809"/>
                </a:lnTo>
                <a:lnTo>
                  <a:pt x="5008753" y="130809"/>
                </a:lnTo>
                <a:lnTo>
                  <a:pt x="4988512" y="128270"/>
                </a:lnTo>
                <a:close/>
              </a:path>
              <a:path w="7477759" h="666750">
                <a:moveTo>
                  <a:pt x="7097144" y="58420"/>
                </a:moveTo>
                <a:lnTo>
                  <a:pt x="7079107" y="67309"/>
                </a:lnTo>
                <a:lnTo>
                  <a:pt x="7069024" y="88900"/>
                </a:lnTo>
                <a:lnTo>
                  <a:pt x="7034355" y="95250"/>
                </a:lnTo>
                <a:lnTo>
                  <a:pt x="6988756" y="97790"/>
                </a:lnTo>
                <a:lnTo>
                  <a:pt x="6945884" y="104140"/>
                </a:lnTo>
                <a:lnTo>
                  <a:pt x="6935676" y="115570"/>
                </a:lnTo>
                <a:lnTo>
                  <a:pt x="6908704" y="116840"/>
                </a:lnTo>
                <a:lnTo>
                  <a:pt x="6888162" y="118109"/>
                </a:lnTo>
                <a:lnTo>
                  <a:pt x="6897242" y="125729"/>
                </a:lnTo>
                <a:lnTo>
                  <a:pt x="6878308" y="133350"/>
                </a:lnTo>
                <a:lnTo>
                  <a:pt x="6866731" y="135890"/>
                </a:lnTo>
                <a:lnTo>
                  <a:pt x="7477759" y="135890"/>
                </a:lnTo>
                <a:lnTo>
                  <a:pt x="7477759" y="62229"/>
                </a:lnTo>
                <a:lnTo>
                  <a:pt x="7148079" y="62229"/>
                </a:lnTo>
                <a:lnTo>
                  <a:pt x="7123969" y="60959"/>
                </a:lnTo>
                <a:lnTo>
                  <a:pt x="7097144" y="58420"/>
                </a:lnTo>
                <a:close/>
              </a:path>
              <a:path w="7477759" h="666750">
                <a:moveTo>
                  <a:pt x="6770751" y="113029"/>
                </a:moveTo>
                <a:lnTo>
                  <a:pt x="6736917" y="130809"/>
                </a:lnTo>
                <a:lnTo>
                  <a:pt x="6693725" y="132079"/>
                </a:lnTo>
                <a:lnTo>
                  <a:pt x="6852949" y="132079"/>
                </a:lnTo>
                <a:lnTo>
                  <a:pt x="6847840" y="129540"/>
                </a:lnTo>
                <a:lnTo>
                  <a:pt x="6821971" y="129540"/>
                </a:lnTo>
                <a:lnTo>
                  <a:pt x="6802532" y="124459"/>
                </a:lnTo>
                <a:lnTo>
                  <a:pt x="6786475" y="118109"/>
                </a:lnTo>
                <a:lnTo>
                  <a:pt x="6770751" y="113029"/>
                </a:lnTo>
                <a:close/>
              </a:path>
              <a:path w="7477759" h="666750">
                <a:moveTo>
                  <a:pt x="5119544" y="104140"/>
                </a:moveTo>
                <a:lnTo>
                  <a:pt x="5105844" y="105409"/>
                </a:lnTo>
                <a:lnTo>
                  <a:pt x="5091382" y="114300"/>
                </a:lnTo>
                <a:lnTo>
                  <a:pt x="5066538" y="119379"/>
                </a:lnTo>
                <a:lnTo>
                  <a:pt x="5046918" y="123190"/>
                </a:lnTo>
                <a:lnTo>
                  <a:pt x="5036550" y="127000"/>
                </a:lnTo>
                <a:lnTo>
                  <a:pt x="5026729" y="130809"/>
                </a:lnTo>
                <a:lnTo>
                  <a:pt x="5431311" y="130809"/>
                </a:lnTo>
                <a:lnTo>
                  <a:pt x="5383831" y="127000"/>
                </a:lnTo>
                <a:lnTo>
                  <a:pt x="5292598" y="127000"/>
                </a:lnTo>
                <a:lnTo>
                  <a:pt x="5289263" y="125729"/>
                </a:lnTo>
                <a:lnTo>
                  <a:pt x="5223510" y="125729"/>
                </a:lnTo>
                <a:lnTo>
                  <a:pt x="5198258" y="121920"/>
                </a:lnTo>
                <a:lnTo>
                  <a:pt x="5142103" y="121920"/>
                </a:lnTo>
                <a:lnTo>
                  <a:pt x="5119544" y="104140"/>
                </a:lnTo>
                <a:close/>
              </a:path>
              <a:path w="7477759" h="666750">
                <a:moveTo>
                  <a:pt x="5338042" y="124459"/>
                </a:moveTo>
                <a:lnTo>
                  <a:pt x="5292598" y="127000"/>
                </a:lnTo>
                <a:lnTo>
                  <a:pt x="5383831" y="127000"/>
                </a:lnTo>
                <a:lnTo>
                  <a:pt x="5338042" y="124459"/>
                </a:lnTo>
                <a:close/>
              </a:path>
              <a:path w="7477759" h="666750">
                <a:moveTo>
                  <a:pt x="5259054" y="118109"/>
                </a:moveTo>
                <a:lnTo>
                  <a:pt x="5241680" y="119379"/>
                </a:lnTo>
                <a:lnTo>
                  <a:pt x="5223510" y="125729"/>
                </a:lnTo>
                <a:lnTo>
                  <a:pt x="5289263" y="125729"/>
                </a:lnTo>
                <a:lnTo>
                  <a:pt x="5275927" y="120650"/>
                </a:lnTo>
                <a:lnTo>
                  <a:pt x="5259054" y="118109"/>
                </a:lnTo>
                <a:close/>
              </a:path>
              <a:path w="7477759" h="666750">
                <a:moveTo>
                  <a:pt x="5164556" y="115570"/>
                </a:moveTo>
                <a:lnTo>
                  <a:pt x="5142103" y="121920"/>
                </a:lnTo>
                <a:lnTo>
                  <a:pt x="5198258" y="121920"/>
                </a:lnTo>
                <a:lnTo>
                  <a:pt x="5189841" y="120650"/>
                </a:lnTo>
                <a:lnTo>
                  <a:pt x="5175329" y="116840"/>
                </a:lnTo>
                <a:lnTo>
                  <a:pt x="5164556" y="115570"/>
                </a:lnTo>
                <a:close/>
              </a:path>
              <a:path w="7477759" h="666750">
                <a:moveTo>
                  <a:pt x="4866640" y="110490"/>
                </a:moveTo>
                <a:lnTo>
                  <a:pt x="4841230" y="119379"/>
                </a:lnTo>
                <a:lnTo>
                  <a:pt x="4877623" y="119379"/>
                </a:lnTo>
                <a:lnTo>
                  <a:pt x="4866640" y="110490"/>
                </a:lnTo>
                <a:close/>
              </a:path>
              <a:path w="7477759" h="666750">
                <a:moveTo>
                  <a:pt x="4724654" y="100329"/>
                </a:moveTo>
                <a:lnTo>
                  <a:pt x="4681780" y="114300"/>
                </a:lnTo>
                <a:lnTo>
                  <a:pt x="4657847" y="118109"/>
                </a:lnTo>
                <a:lnTo>
                  <a:pt x="4836720" y="118109"/>
                </a:lnTo>
                <a:lnTo>
                  <a:pt x="4823190" y="114300"/>
                </a:lnTo>
                <a:lnTo>
                  <a:pt x="4813920" y="110490"/>
                </a:lnTo>
                <a:lnTo>
                  <a:pt x="4747768" y="110490"/>
                </a:lnTo>
                <a:lnTo>
                  <a:pt x="4735770" y="107950"/>
                </a:lnTo>
                <a:lnTo>
                  <a:pt x="4724654" y="100329"/>
                </a:lnTo>
                <a:close/>
              </a:path>
              <a:path w="7477759" h="666750">
                <a:moveTo>
                  <a:pt x="4777740" y="104140"/>
                </a:moveTo>
                <a:lnTo>
                  <a:pt x="4761480" y="109220"/>
                </a:lnTo>
                <a:lnTo>
                  <a:pt x="4747768" y="110490"/>
                </a:lnTo>
                <a:lnTo>
                  <a:pt x="4813920" y="110490"/>
                </a:lnTo>
                <a:lnTo>
                  <a:pt x="4804650" y="106679"/>
                </a:lnTo>
                <a:lnTo>
                  <a:pt x="4777740" y="104140"/>
                </a:lnTo>
                <a:close/>
              </a:path>
              <a:path w="7477759" h="666750">
                <a:moveTo>
                  <a:pt x="7157974" y="52070"/>
                </a:moveTo>
                <a:lnTo>
                  <a:pt x="7148079" y="62229"/>
                </a:lnTo>
                <a:lnTo>
                  <a:pt x="7477759" y="62229"/>
                </a:lnTo>
                <a:lnTo>
                  <a:pt x="7477759" y="57150"/>
                </a:lnTo>
                <a:lnTo>
                  <a:pt x="7183219" y="57150"/>
                </a:lnTo>
                <a:lnTo>
                  <a:pt x="7157974" y="52070"/>
                </a:lnTo>
                <a:close/>
              </a:path>
              <a:path w="7477759" h="666750">
                <a:moveTo>
                  <a:pt x="7296848" y="29209"/>
                </a:moveTo>
                <a:lnTo>
                  <a:pt x="7288712" y="31750"/>
                </a:lnTo>
                <a:lnTo>
                  <a:pt x="7282053" y="39370"/>
                </a:lnTo>
                <a:lnTo>
                  <a:pt x="7247235" y="43179"/>
                </a:lnTo>
                <a:lnTo>
                  <a:pt x="7213631" y="52070"/>
                </a:lnTo>
                <a:lnTo>
                  <a:pt x="7183219" y="57150"/>
                </a:lnTo>
                <a:lnTo>
                  <a:pt x="7477759" y="57150"/>
                </a:lnTo>
                <a:lnTo>
                  <a:pt x="7477759" y="33020"/>
                </a:lnTo>
                <a:lnTo>
                  <a:pt x="7319644" y="33020"/>
                </a:lnTo>
                <a:lnTo>
                  <a:pt x="7306984" y="30479"/>
                </a:lnTo>
                <a:lnTo>
                  <a:pt x="7296848" y="29209"/>
                </a:lnTo>
                <a:close/>
              </a:path>
              <a:path w="7477759" h="666750">
                <a:moveTo>
                  <a:pt x="7477759" y="0"/>
                </a:moveTo>
                <a:lnTo>
                  <a:pt x="7407275" y="22859"/>
                </a:lnTo>
                <a:lnTo>
                  <a:pt x="7362698" y="30479"/>
                </a:lnTo>
                <a:lnTo>
                  <a:pt x="7340909" y="33020"/>
                </a:lnTo>
                <a:lnTo>
                  <a:pt x="7477759" y="33020"/>
                </a:lnTo>
                <a:lnTo>
                  <a:pt x="7477759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478713" y="1701800"/>
                </a:moveTo>
                <a:lnTo>
                  <a:pt x="327170" y="1701800"/>
                </a:lnTo>
                <a:lnTo>
                  <a:pt x="353501" y="1714500"/>
                </a:lnTo>
                <a:lnTo>
                  <a:pt x="437667" y="1714500"/>
                </a:lnTo>
                <a:lnTo>
                  <a:pt x="478713" y="1701800"/>
                </a:lnTo>
                <a:close/>
              </a:path>
              <a:path w="9144000" h="1714500">
                <a:moveTo>
                  <a:pt x="577189" y="1701800"/>
                </a:moveTo>
                <a:lnTo>
                  <a:pt x="558787" y="1701800"/>
                </a:lnTo>
                <a:lnTo>
                  <a:pt x="568401" y="1714500"/>
                </a:lnTo>
                <a:lnTo>
                  <a:pt x="572274" y="1714500"/>
                </a:lnTo>
                <a:lnTo>
                  <a:pt x="577189" y="1701800"/>
                </a:lnTo>
                <a:close/>
              </a:path>
              <a:path w="9144000" h="1714500">
                <a:moveTo>
                  <a:pt x="1282766" y="1612900"/>
                </a:moveTo>
                <a:lnTo>
                  <a:pt x="51156" y="1612900"/>
                </a:lnTo>
                <a:lnTo>
                  <a:pt x="59185" y="1625600"/>
                </a:lnTo>
                <a:lnTo>
                  <a:pt x="73884" y="1625600"/>
                </a:lnTo>
                <a:lnTo>
                  <a:pt x="92684" y="1638300"/>
                </a:lnTo>
                <a:lnTo>
                  <a:pt x="157902" y="1651000"/>
                </a:lnTo>
                <a:lnTo>
                  <a:pt x="211162" y="1676400"/>
                </a:lnTo>
                <a:lnTo>
                  <a:pt x="228908" y="1689100"/>
                </a:lnTo>
                <a:lnTo>
                  <a:pt x="259000" y="1701800"/>
                </a:lnTo>
                <a:lnTo>
                  <a:pt x="517537" y="1701800"/>
                </a:lnTo>
                <a:lnTo>
                  <a:pt x="523659" y="1689100"/>
                </a:lnTo>
                <a:lnTo>
                  <a:pt x="818970" y="1689100"/>
                </a:lnTo>
                <a:lnTo>
                  <a:pt x="834333" y="1676400"/>
                </a:lnTo>
                <a:lnTo>
                  <a:pt x="1138766" y="1676400"/>
                </a:lnTo>
                <a:lnTo>
                  <a:pt x="1178810" y="1663700"/>
                </a:lnTo>
                <a:lnTo>
                  <a:pt x="1212519" y="1651000"/>
                </a:lnTo>
                <a:lnTo>
                  <a:pt x="1239610" y="1638300"/>
                </a:lnTo>
                <a:lnTo>
                  <a:pt x="1262137" y="1625600"/>
                </a:lnTo>
                <a:lnTo>
                  <a:pt x="1282766" y="1612900"/>
                </a:lnTo>
                <a:close/>
              </a:path>
              <a:path w="9144000" h="1714500">
                <a:moveTo>
                  <a:pt x="629678" y="1689100"/>
                </a:moveTo>
                <a:lnTo>
                  <a:pt x="538213" y="1689100"/>
                </a:lnTo>
                <a:lnTo>
                  <a:pt x="541959" y="1701800"/>
                </a:lnTo>
                <a:lnTo>
                  <a:pt x="617486" y="1701800"/>
                </a:lnTo>
                <a:lnTo>
                  <a:pt x="629678" y="1689100"/>
                </a:lnTo>
                <a:close/>
              </a:path>
              <a:path w="9144000" h="1714500">
                <a:moveTo>
                  <a:pt x="736485" y="1689100"/>
                </a:moveTo>
                <a:lnTo>
                  <a:pt x="647653" y="1689100"/>
                </a:lnTo>
                <a:lnTo>
                  <a:pt x="672515" y="1701800"/>
                </a:lnTo>
                <a:lnTo>
                  <a:pt x="728929" y="1701800"/>
                </a:lnTo>
                <a:lnTo>
                  <a:pt x="736485" y="1689100"/>
                </a:lnTo>
                <a:close/>
              </a:path>
              <a:path w="9144000" h="1714500">
                <a:moveTo>
                  <a:pt x="763803" y="1689100"/>
                </a:moveTo>
                <a:lnTo>
                  <a:pt x="756208" y="1689100"/>
                </a:lnTo>
                <a:lnTo>
                  <a:pt x="762419" y="1701800"/>
                </a:lnTo>
                <a:lnTo>
                  <a:pt x="763803" y="1689100"/>
                </a:lnTo>
                <a:close/>
              </a:path>
              <a:path w="9144000" h="1714500">
                <a:moveTo>
                  <a:pt x="861364" y="1676400"/>
                </a:moveTo>
                <a:lnTo>
                  <a:pt x="850455" y="1676400"/>
                </a:lnTo>
                <a:lnTo>
                  <a:pt x="853490" y="1689100"/>
                </a:lnTo>
                <a:lnTo>
                  <a:pt x="861364" y="1676400"/>
                </a:lnTo>
                <a:close/>
              </a:path>
              <a:path w="9144000" h="1714500">
                <a:moveTo>
                  <a:pt x="1097200" y="1676400"/>
                </a:moveTo>
                <a:lnTo>
                  <a:pt x="865289" y="1676400"/>
                </a:lnTo>
                <a:lnTo>
                  <a:pt x="865695" y="1689100"/>
                </a:lnTo>
                <a:lnTo>
                  <a:pt x="1058926" y="1689100"/>
                </a:lnTo>
                <a:lnTo>
                  <a:pt x="1097200" y="1676400"/>
                </a:lnTo>
                <a:close/>
              </a:path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42143" y="1612900"/>
                </a:lnTo>
                <a:lnTo>
                  <a:pt x="1304163" y="1612900"/>
                </a:lnTo>
                <a:lnTo>
                  <a:pt x="1333081" y="1600200"/>
                </a:lnTo>
                <a:lnTo>
                  <a:pt x="1354915" y="1600200"/>
                </a:lnTo>
                <a:lnTo>
                  <a:pt x="1373725" y="1587500"/>
                </a:lnTo>
                <a:lnTo>
                  <a:pt x="1417020" y="1587500"/>
                </a:lnTo>
                <a:lnTo>
                  <a:pt x="1430766" y="1574800"/>
                </a:lnTo>
                <a:lnTo>
                  <a:pt x="1467866" y="1574800"/>
                </a:lnTo>
                <a:lnTo>
                  <a:pt x="1476019" y="1562100"/>
                </a:lnTo>
                <a:lnTo>
                  <a:pt x="1517650" y="1562100"/>
                </a:lnTo>
                <a:lnTo>
                  <a:pt x="1527937" y="1549400"/>
                </a:lnTo>
                <a:lnTo>
                  <a:pt x="1529715" y="1549400"/>
                </a:lnTo>
                <a:lnTo>
                  <a:pt x="1553845" y="1536700"/>
                </a:lnTo>
                <a:lnTo>
                  <a:pt x="1574419" y="1536700"/>
                </a:lnTo>
                <a:lnTo>
                  <a:pt x="1601470" y="1524000"/>
                </a:lnTo>
                <a:lnTo>
                  <a:pt x="1669033" y="1524000"/>
                </a:lnTo>
                <a:lnTo>
                  <a:pt x="1702181" y="1511300"/>
                </a:lnTo>
                <a:lnTo>
                  <a:pt x="2222373" y="1511300"/>
                </a:lnTo>
                <a:lnTo>
                  <a:pt x="2234311" y="1498600"/>
                </a:lnTo>
                <a:lnTo>
                  <a:pt x="2330196" y="1498600"/>
                </a:lnTo>
                <a:lnTo>
                  <a:pt x="2356149" y="1485900"/>
                </a:lnTo>
                <a:lnTo>
                  <a:pt x="2386187" y="1473200"/>
                </a:lnTo>
                <a:lnTo>
                  <a:pt x="2448179" y="1473200"/>
                </a:lnTo>
                <a:lnTo>
                  <a:pt x="2468604" y="1460500"/>
                </a:lnTo>
                <a:lnTo>
                  <a:pt x="2604357" y="1460500"/>
                </a:lnTo>
                <a:lnTo>
                  <a:pt x="2633928" y="1447800"/>
                </a:lnTo>
                <a:lnTo>
                  <a:pt x="2748915" y="1447800"/>
                </a:lnTo>
                <a:lnTo>
                  <a:pt x="2752068" y="1435100"/>
                </a:lnTo>
                <a:lnTo>
                  <a:pt x="2937637" y="1435100"/>
                </a:lnTo>
                <a:lnTo>
                  <a:pt x="2949684" y="1422400"/>
                </a:lnTo>
                <a:lnTo>
                  <a:pt x="3228848" y="1422400"/>
                </a:lnTo>
                <a:lnTo>
                  <a:pt x="3274060" y="1409700"/>
                </a:lnTo>
                <a:lnTo>
                  <a:pt x="3334892" y="1384300"/>
                </a:lnTo>
                <a:lnTo>
                  <a:pt x="3410330" y="1384300"/>
                </a:lnTo>
                <a:lnTo>
                  <a:pt x="3414510" y="1371600"/>
                </a:lnTo>
                <a:lnTo>
                  <a:pt x="4521833" y="1371600"/>
                </a:lnTo>
                <a:lnTo>
                  <a:pt x="4564761" y="1358900"/>
                </a:lnTo>
                <a:lnTo>
                  <a:pt x="4595417" y="1358900"/>
                </a:lnTo>
                <a:lnTo>
                  <a:pt x="4624371" y="1346200"/>
                </a:lnTo>
                <a:lnTo>
                  <a:pt x="4691507" y="1346200"/>
                </a:lnTo>
                <a:lnTo>
                  <a:pt x="4702302" y="1333500"/>
                </a:lnTo>
                <a:lnTo>
                  <a:pt x="4777359" y="1320800"/>
                </a:lnTo>
                <a:lnTo>
                  <a:pt x="4989540" y="1320800"/>
                </a:lnTo>
                <a:lnTo>
                  <a:pt x="4996243" y="1308100"/>
                </a:lnTo>
                <a:lnTo>
                  <a:pt x="5241671" y="1308100"/>
                </a:lnTo>
                <a:lnTo>
                  <a:pt x="5248126" y="1295400"/>
                </a:lnTo>
                <a:lnTo>
                  <a:pt x="5346207" y="1295400"/>
                </a:lnTo>
                <a:lnTo>
                  <a:pt x="5355544" y="1282700"/>
                </a:lnTo>
                <a:lnTo>
                  <a:pt x="5366258" y="1282700"/>
                </a:lnTo>
                <a:lnTo>
                  <a:pt x="5380355" y="1270000"/>
                </a:lnTo>
                <a:lnTo>
                  <a:pt x="5403469" y="1270000"/>
                </a:lnTo>
                <a:lnTo>
                  <a:pt x="5411724" y="1257300"/>
                </a:lnTo>
                <a:lnTo>
                  <a:pt x="5415915" y="1257300"/>
                </a:lnTo>
                <a:lnTo>
                  <a:pt x="5416677" y="1244600"/>
                </a:lnTo>
                <a:lnTo>
                  <a:pt x="5473747" y="1244600"/>
                </a:lnTo>
                <a:lnTo>
                  <a:pt x="5499526" y="1231900"/>
                </a:lnTo>
                <a:lnTo>
                  <a:pt x="5527675" y="1219200"/>
                </a:lnTo>
                <a:lnTo>
                  <a:pt x="5553767" y="1206500"/>
                </a:lnTo>
                <a:lnTo>
                  <a:pt x="5572775" y="1193800"/>
                </a:lnTo>
                <a:lnTo>
                  <a:pt x="5589236" y="1193800"/>
                </a:lnTo>
                <a:lnTo>
                  <a:pt x="5607685" y="1181100"/>
                </a:lnTo>
                <a:lnTo>
                  <a:pt x="5620817" y="1168400"/>
                </a:lnTo>
                <a:lnTo>
                  <a:pt x="5637879" y="1155700"/>
                </a:lnTo>
                <a:lnTo>
                  <a:pt x="5652226" y="1143000"/>
                </a:lnTo>
                <a:lnTo>
                  <a:pt x="5657215" y="1130300"/>
                </a:lnTo>
                <a:lnTo>
                  <a:pt x="5692203" y="1117600"/>
                </a:lnTo>
                <a:lnTo>
                  <a:pt x="5795660" y="1117600"/>
                </a:lnTo>
                <a:lnTo>
                  <a:pt x="5836793" y="1104900"/>
                </a:lnTo>
                <a:lnTo>
                  <a:pt x="5877306" y="1104900"/>
                </a:lnTo>
                <a:lnTo>
                  <a:pt x="5875512" y="1092200"/>
                </a:lnTo>
                <a:lnTo>
                  <a:pt x="5902023" y="1092200"/>
                </a:lnTo>
                <a:lnTo>
                  <a:pt x="5904230" y="1079500"/>
                </a:lnTo>
                <a:lnTo>
                  <a:pt x="5973572" y="1079500"/>
                </a:lnTo>
                <a:lnTo>
                  <a:pt x="5989754" y="1066800"/>
                </a:lnTo>
                <a:lnTo>
                  <a:pt x="6012640" y="1066800"/>
                </a:lnTo>
                <a:lnTo>
                  <a:pt x="6036026" y="1054100"/>
                </a:lnTo>
                <a:lnTo>
                  <a:pt x="6053709" y="1054100"/>
                </a:lnTo>
                <a:lnTo>
                  <a:pt x="6063110" y="1041400"/>
                </a:lnTo>
                <a:lnTo>
                  <a:pt x="6077299" y="1041400"/>
                </a:lnTo>
                <a:lnTo>
                  <a:pt x="6092106" y="1028700"/>
                </a:lnTo>
                <a:lnTo>
                  <a:pt x="6153150" y="1028700"/>
                </a:lnTo>
                <a:lnTo>
                  <a:pt x="6162893" y="1016000"/>
                </a:lnTo>
                <a:lnTo>
                  <a:pt x="6248868" y="1016000"/>
                </a:lnTo>
                <a:lnTo>
                  <a:pt x="6271514" y="1003300"/>
                </a:lnTo>
                <a:lnTo>
                  <a:pt x="6286341" y="1003300"/>
                </a:lnTo>
                <a:lnTo>
                  <a:pt x="6296767" y="990600"/>
                </a:lnTo>
                <a:lnTo>
                  <a:pt x="6308217" y="977900"/>
                </a:lnTo>
                <a:lnTo>
                  <a:pt x="6345174" y="977900"/>
                </a:lnTo>
                <a:lnTo>
                  <a:pt x="6367079" y="952500"/>
                </a:lnTo>
                <a:lnTo>
                  <a:pt x="6390973" y="939800"/>
                </a:lnTo>
                <a:lnTo>
                  <a:pt x="6415557" y="927100"/>
                </a:lnTo>
                <a:lnTo>
                  <a:pt x="6439535" y="927100"/>
                </a:lnTo>
                <a:lnTo>
                  <a:pt x="6459364" y="914400"/>
                </a:lnTo>
                <a:lnTo>
                  <a:pt x="6480879" y="914400"/>
                </a:lnTo>
                <a:lnTo>
                  <a:pt x="6500495" y="901700"/>
                </a:lnTo>
                <a:lnTo>
                  <a:pt x="6555678" y="901700"/>
                </a:lnTo>
                <a:lnTo>
                  <a:pt x="6564249" y="889000"/>
                </a:lnTo>
                <a:lnTo>
                  <a:pt x="6579754" y="889000"/>
                </a:lnTo>
                <a:lnTo>
                  <a:pt x="6615719" y="876300"/>
                </a:lnTo>
                <a:lnTo>
                  <a:pt x="6640212" y="876300"/>
                </a:lnTo>
                <a:lnTo>
                  <a:pt x="6644878" y="863600"/>
                </a:lnTo>
                <a:lnTo>
                  <a:pt x="6852793" y="863600"/>
                </a:lnTo>
                <a:lnTo>
                  <a:pt x="6856349" y="850900"/>
                </a:lnTo>
                <a:lnTo>
                  <a:pt x="6908942" y="850900"/>
                </a:lnTo>
                <a:lnTo>
                  <a:pt x="6918926" y="838200"/>
                </a:lnTo>
                <a:lnTo>
                  <a:pt x="6928611" y="838200"/>
                </a:lnTo>
                <a:lnTo>
                  <a:pt x="6954011" y="825500"/>
                </a:lnTo>
                <a:lnTo>
                  <a:pt x="7047865" y="825500"/>
                </a:lnTo>
                <a:lnTo>
                  <a:pt x="7050024" y="812800"/>
                </a:lnTo>
                <a:lnTo>
                  <a:pt x="7089854" y="812800"/>
                </a:lnTo>
                <a:lnTo>
                  <a:pt x="7104253" y="800100"/>
                </a:lnTo>
                <a:lnTo>
                  <a:pt x="7117413" y="800100"/>
                </a:lnTo>
                <a:lnTo>
                  <a:pt x="7129145" y="787400"/>
                </a:lnTo>
                <a:lnTo>
                  <a:pt x="7153683" y="787400"/>
                </a:lnTo>
                <a:lnTo>
                  <a:pt x="7154545" y="774700"/>
                </a:lnTo>
                <a:lnTo>
                  <a:pt x="7174341" y="774700"/>
                </a:lnTo>
                <a:lnTo>
                  <a:pt x="7181363" y="762000"/>
                </a:lnTo>
                <a:lnTo>
                  <a:pt x="7214363" y="762000"/>
                </a:lnTo>
                <a:lnTo>
                  <a:pt x="7233427" y="749300"/>
                </a:lnTo>
                <a:lnTo>
                  <a:pt x="7252610" y="749300"/>
                </a:lnTo>
                <a:lnTo>
                  <a:pt x="7267067" y="736600"/>
                </a:lnTo>
                <a:lnTo>
                  <a:pt x="7305357" y="736600"/>
                </a:lnTo>
                <a:lnTo>
                  <a:pt x="7326503" y="723900"/>
                </a:lnTo>
                <a:lnTo>
                  <a:pt x="7332091" y="723900"/>
                </a:lnTo>
                <a:lnTo>
                  <a:pt x="7335901" y="711200"/>
                </a:lnTo>
                <a:lnTo>
                  <a:pt x="7382509" y="711200"/>
                </a:lnTo>
                <a:lnTo>
                  <a:pt x="7444867" y="685800"/>
                </a:lnTo>
                <a:lnTo>
                  <a:pt x="7464298" y="673100"/>
                </a:lnTo>
                <a:lnTo>
                  <a:pt x="7473463" y="660400"/>
                </a:lnTo>
                <a:lnTo>
                  <a:pt x="7500177" y="660400"/>
                </a:lnTo>
                <a:lnTo>
                  <a:pt x="7504557" y="647700"/>
                </a:lnTo>
                <a:lnTo>
                  <a:pt x="7633081" y="647700"/>
                </a:lnTo>
                <a:lnTo>
                  <a:pt x="7642361" y="635000"/>
                </a:lnTo>
                <a:lnTo>
                  <a:pt x="9142326" y="6350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  <a:path w="9144000" h="1714500">
                <a:moveTo>
                  <a:pt x="1864490" y="1511300"/>
                </a:moveTo>
                <a:lnTo>
                  <a:pt x="1737592" y="1511300"/>
                </a:lnTo>
                <a:lnTo>
                  <a:pt x="1744456" y="1524000"/>
                </a:lnTo>
                <a:lnTo>
                  <a:pt x="1844039" y="1524000"/>
                </a:lnTo>
                <a:lnTo>
                  <a:pt x="1864490" y="1511300"/>
                </a:lnTo>
                <a:close/>
              </a:path>
              <a:path w="9144000" h="1714500">
                <a:moveTo>
                  <a:pt x="2128389" y="1511300"/>
                </a:moveTo>
                <a:lnTo>
                  <a:pt x="2118024" y="1511300"/>
                </a:lnTo>
                <a:lnTo>
                  <a:pt x="2119757" y="1524000"/>
                </a:lnTo>
                <a:lnTo>
                  <a:pt x="2128389" y="1511300"/>
                </a:lnTo>
                <a:close/>
              </a:path>
              <a:path w="9144000" h="1714500">
                <a:moveTo>
                  <a:pt x="2194306" y="1511300"/>
                </a:moveTo>
                <a:lnTo>
                  <a:pt x="2137080" y="1511300"/>
                </a:lnTo>
                <a:lnTo>
                  <a:pt x="2134997" y="1524000"/>
                </a:lnTo>
                <a:lnTo>
                  <a:pt x="2143506" y="1524000"/>
                </a:lnTo>
                <a:lnTo>
                  <a:pt x="2194306" y="1511300"/>
                </a:lnTo>
                <a:close/>
              </a:path>
              <a:path w="9144000" h="1714500">
                <a:moveTo>
                  <a:pt x="2727424" y="1447800"/>
                </a:moveTo>
                <a:lnTo>
                  <a:pt x="2663952" y="1447800"/>
                </a:lnTo>
                <a:lnTo>
                  <a:pt x="2683442" y="1460500"/>
                </a:lnTo>
                <a:lnTo>
                  <a:pt x="2705100" y="1460500"/>
                </a:lnTo>
                <a:lnTo>
                  <a:pt x="2727424" y="1447800"/>
                </a:lnTo>
                <a:close/>
              </a:path>
              <a:path w="9144000" h="1714500">
                <a:moveTo>
                  <a:pt x="2867949" y="1435100"/>
                </a:moveTo>
                <a:lnTo>
                  <a:pt x="2819417" y="1435100"/>
                </a:lnTo>
                <a:lnTo>
                  <a:pt x="2825797" y="1447800"/>
                </a:lnTo>
                <a:lnTo>
                  <a:pt x="2847975" y="1447800"/>
                </a:lnTo>
                <a:lnTo>
                  <a:pt x="2867949" y="1435100"/>
                </a:lnTo>
                <a:close/>
              </a:path>
              <a:path w="9144000" h="1714500">
                <a:moveTo>
                  <a:pt x="3862451" y="1435100"/>
                </a:moveTo>
                <a:lnTo>
                  <a:pt x="3744595" y="1435100"/>
                </a:lnTo>
                <a:lnTo>
                  <a:pt x="3790061" y="1447800"/>
                </a:lnTo>
                <a:lnTo>
                  <a:pt x="3825240" y="1447800"/>
                </a:lnTo>
                <a:lnTo>
                  <a:pt x="3862451" y="1435100"/>
                </a:lnTo>
                <a:close/>
              </a:path>
              <a:path w="9144000" h="1714500">
                <a:moveTo>
                  <a:pt x="3933952" y="1435100"/>
                </a:moveTo>
                <a:lnTo>
                  <a:pt x="3863213" y="1435100"/>
                </a:lnTo>
                <a:lnTo>
                  <a:pt x="3864355" y="1447800"/>
                </a:lnTo>
                <a:lnTo>
                  <a:pt x="3887216" y="1447800"/>
                </a:lnTo>
                <a:lnTo>
                  <a:pt x="3933952" y="1435100"/>
                </a:lnTo>
                <a:close/>
              </a:path>
              <a:path w="9144000" h="1714500">
                <a:moveTo>
                  <a:pt x="3036038" y="1422400"/>
                </a:moveTo>
                <a:lnTo>
                  <a:pt x="3006725" y="1422400"/>
                </a:lnTo>
                <a:lnTo>
                  <a:pt x="3010535" y="1435100"/>
                </a:lnTo>
                <a:lnTo>
                  <a:pt x="3027807" y="1435100"/>
                </a:lnTo>
                <a:lnTo>
                  <a:pt x="3036038" y="1422400"/>
                </a:lnTo>
                <a:close/>
              </a:path>
              <a:path w="9144000" h="1714500">
                <a:moveTo>
                  <a:pt x="3203702" y="1422400"/>
                </a:moveTo>
                <a:lnTo>
                  <a:pt x="3036038" y="1422400"/>
                </a:lnTo>
                <a:lnTo>
                  <a:pt x="3038221" y="1435100"/>
                </a:lnTo>
                <a:lnTo>
                  <a:pt x="3167888" y="1435100"/>
                </a:lnTo>
                <a:lnTo>
                  <a:pt x="3203702" y="1422400"/>
                </a:lnTo>
                <a:close/>
              </a:path>
              <a:path w="9144000" h="1714500">
                <a:moveTo>
                  <a:pt x="4079494" y="1422400"/>
                </a:moveTo>
                <a:lnTo>
                  <a:pt x="3722624" y="1422400"/>
                </a:lnTo>
                <a:lnTo>
                  <a:pt x="3733609" y="1435100"/>
                </a:lnTo>
                <a:lnTo>
                  <a:pt x="4065875" y="1435100"/>
                </a:lnTo>
                <a:lnTo>
                  <a:pt x="4079494" y="1422400"/>
                </a:lnTo>
                <a:close/>
              </a:path>
              <a:path w="9144000" h="1714500">
                <a:moveTo>
                  <a:pt x="4253763" y="1409700"/>
                </a:moveTo>
                <a:lnTo>
                  <a:pt x="3670427" y="1409700"/>
                </a:lnTo>
                <a:lnTo>
                  <a:pt x="3677334" y="1422400"/>
                </a:lnTo>
                <a:lnTo>
                  <a:pt x="4222369" y="1422400"/>
                </a:lnTo>
                <a:lnTo>
                  <a:pt x="4253763" y="1409700"/>
                </a:lnTo>
                <a:close/>
              </a:path>
              <a:path w="9144000" h="1714500">
                <a:moveTo>
                  <a:pt x="3598417" y="1397000"/>
                </a:moveTo>
                <a:lnTo>
                  <a:pt x="3550999" y="1397000"/>
                </a:lnTo>
                <a:lnTo>
                  <a:pt x="3574416" y="1409700"/>
                </a:lnTo>
                <a:lnTo>
                  <a:pt x="3598417" y="1397000"/>
                </a:lnTo>
                <a:close/>
              </a:path>
              <a:path w="9144000" h="1714500">
                <a:moveTo>
                  <a:pt x="4329684" y="1397000"/>
                </a:moveTo>
                <a:lnTo>
                  <a:pt x="3627056" y="1397000"/>
                </a:lnTo>
                <a:lnTo>
                  <a:pt x="3642280" y="1409700"/>
                </a:lnTo>
                <a:lnTo>
                  <a:pt x="4302504" y="1409700"/>
                </a:lnTo>
                <a:lnTo>
                  <a:pt x="4329684" y="1397000"/>
                </a:lnTo>
                <a:close/>
              </a:path>
              <a:path w="9144000" h="1714500">
                <a:moveTo>
                  <a:pt x="4400550" y="1397000"/>
                </a:moveTo>
                <a:lnTo>
                  <a:pt x="4335934" y="1397000"/>
                </a:lnTo>
                <a:lnTo>
                  <a:pt x="4357306" y="1409700"/>
                </a:lnTo>
                <a:lnTo>
                  <a:pt x="4382583" y="1409700"/>
                </a:lnTo>
                <a:lnTo>
                  <a:pt x="4400550" y="1397000"/>
                </a:lnTo>
                <a:close/>
              </a:path>
              <a:path w="9144000" h="1714500">
                <a:moveTo>
                  <a:pt x="3375405" y="1384300"/>
                </a:moveTo>
                <a:lnTo>
                  <a:pt x="3334892" y="1384300"/>
                </a:lnTo>
                <a:lnTo>
                  <a:pt x="3334130" y="1397000"/>
                </a:lnTo>
                <a:lnTo>
                  <a:pt x="3366135" y="1397000"/>
                </a:lnTo>
                <a:lnTo>
                  <a:pt x="3375405" y="1384300"/>
                </a:lnTo>
                <a:close/>
              </a:path>
              <a:path w="9144000" h="1714500">
                <a:moveTo>
                  <a:pt x="4521833" y="1371600"/>
                </a:moveTo>
                <a:lnTo>
                  <a:pt x="3453765" y="1371600"/>
                </a:lnTo>
                <a:lnTo>
                  <a:pt x="3458083" y="1384300"/>
                </a:lnTo>
                <a:lnTo>
                  <a:pt x="3475736" y="1384300"/>
                </a:lnTo>
                <a:lnTo>
                  <a:pt x="3480298" y="1397000"/>
                </a:lnTo>
                <a:lnTo>
                  <a:pt x="4426690" y="1397000"/>
                </a:lnTo>
                <a:lnTo>
                  <a:pt x="4471463" y="1384300"/>
                </a:lnTo>
                <a:lnTo>
                  <a:pt x="4521833" y="1371600"/>
                </a:lnTo>
                <a:close/>
              </a:path>
              <a:path w="9144000" h="1714500">
                <a:moveTo>
                  <a:pt x="3449192" y="1371600"/>
                </a:moveTo>
                <a:lnTo>
                  <a:pt x="3414510" y="1371600"/>
                </a:lnTo>
                <a:lnTo>
                  <a:pt x="3426047" y="1384300"/>
                </a:lnTo>
                <a:lnTo>
                  <a:pt x="3439441" y="1384300"/>
                </a:lnTo>
                <a:lnTo>
                  <a:pt x="3449192" y="1371600"/>
                </a:lnTo>
                <a:close/>
              </a:path>
              <a:path w="9144000" h="1714500">
                <a:moveTo>
                  <a:pt x="4858813" y="1320800"/>
                </a:moveTo>
                <a:lnTo>
                  <a:pt x="4808474" y="1320800"/>
                </a:lnTo>
                <a:lnTo>
                  <a:pt x="4820507" y="1333500"/>
                </a:lnTo>
                <a:lnTo>
                  <a:pt x="4851830" y="1333500"/>
                </a:lnTo>
                <a:lnTo>
                  <a:pt x="4858813" y="1320800"/>
                </a:lnTo>
                <a:close/>
              </a:path>
              <a:path w="9144000" h="1714500">
                <a:moveTo>
                  <a:pt x="5029201" y="1308100"/>
                </a:moveTo>
                <a:lnTo>
                  <a:pt x="4996243" y="1308100"/>
                </a:lnTo>
                <a:lnTo>
                  <a:pt x="5003518" y="1320800"/>
                </a:lnTo>
                <a:lnTo>
                  <a:pt x="5011293" y="1320800"/>
                </a:lnTo>
                <a:lnTo>
                  <a:pt x="5029201" y="1308100"/>
                </a:lnTo>
                <a:close/>
              </a:path>
              <a:path w="9144000" h="1714500">
                <a:moveTo>
                  <a:pt x="6332791" y="977900"/>
                </a:moveTo>
                <a:lnTo>
                  <a:pt x="6310122" y="977900"/>
                </a:lnTo>
                <a:lnTo>
                  <a:pt x="6312154" y="990600"/>
                </a:lnTo>
                <a:lnTo>
                  <a:pt x="6323814" y="990600"/>
                </a:lnTo>
                <a:lnTo>
                  <a:pt x="6332791" y="977900"/>
                </a:lnTo>
                <a:close/>
              </a:path>
              <a:path w="9144000" h="1714500">
                <a:moveTo>
                  <a:pt x="6677431" y="863600"/>
                </a:moveTo>
                <a:lnTo>
                  <a:pt x="6651424" y="863600"/>
                </a:lnTo>
                <a:lnTo>
                  <a:pt x="6666483" y="876300"/>
                </a:lnTo>
                <a:lnTo>
                  <a:pt x="6677431" y="863600"/>
                </a:lnTo>
                <a:close/>
              </a:path>
              <a:path w="9144000" h="1714500">
                <a:moveTo>
                  <a:pt x="6873724" y="850900"/>
                </a:moveTo>
                <a:lnTo>
                  <a:pt x="6868414" y="850900"/>
                </a:lnTo>
                <a:lnTo>
                  <a:pt x="6869303" y="863600"/>
                </a:lnTo>
                <a:lnTo>
                  <a:pt x="6873724" y="850900"/>
                </a:lnTo>
                <a:close/>
              </a:path>
              <a:path w="9144000" h="1714500">
                <a:moveTo>
                  <a:pt x="6994947" y="825500"/>
                </a:moveTo>
                <a:lnTo>
                  <a:pt x="6954011" y="825500"/>
                </a:lnTo>
                <a:lnTo>
                  <a:pt x="6961885" y="838200"/>
                </a:lnTo>
                <a:lnTo>
                  <a:pt x="6978777" y="838200"/>
                </a:lnTo>
                <a:lnTo>
                  <a:pt x="6994947" y="825500"/>
                </a:lnTo>
                <a:close/>
              </a:path>
              <a:path w="9144000" h="1714500">
                <a:moveTo>
                  <a:pt x="7064248" y="812800"/>
                </a:moveTo>
                <a:lnTo>
                  <a:pt x="7059422" y="812800"/>
                </a:lnTo>
                <a:lnTo>
                  <a:pt x="7060692" y="825500"/>
                </a:lnTo>
                <a:lnTo>
                  <a:pt x="7064248" y="812800"/>
                </a:lnTo>
                <a:close/>
              </a:path>
              <a:path w="9144000" h="1714500">
                <a:moveTo>
                  <a:pt x="7305357" y="736600"/>
                </a:moveTo>
                <a:lnTo>
                  <a:pt x="7267067" y="736600"/>
                </a:lnTo>
                <a:lnTo>
                  <a:pt x="7274179" y="749300"/>
                </a:lnTo>
                <a:lnTo>
                  <a:pt x="7284211" y="749300"/>
                </a:lnTo>
                <a:lnTo>
                  <a:pt x="7305357" y="736600"/>
                </a:lnTo>
                <a:close/>
              </a:path>
              <a:path w="9144000" h="1714500">
                <a:moveTo>
                  <a:pt x="7382509" y="711200"/>
                </a:moveTo>
                <a:lnTo>
                  <a:pt x="7339203" y="711200"/>
                </a:lnTo>
                <a:lnTo>
                  <a:pt x="7351395" y="723900"/>
                </a:lnTo>
                <a:lnTo>
                  <a:pt x="7373111" y="723900"/>
                </a:lnTo>
                <a:lnTo>
                  <a:pt x="7382509" y="711200"/>
                </a:lnTo>
                <a:close/>
              </a:path>
              <a:path w="9144000" h="1714500">
                <a:moveTo>
                  <a:pt x="8925179" y="647700"/>
                </a:moveTo>
                <a:lnTo>
                  <a:pt x="8525891" y="647700"/>
                </a:lnTo>
                <a:lnTo>
                  <a:pt x="8570674" y="660400"/>
                </a:lnTo>
                <a:lnTo>
                  <a:pt x="8744458" y="660400"/>
                </a:lnTo>
                <a:lnTo>
                  <a:pt x="8765345" y="673100"/>
                </a:lnTo>
                <a:lnTo>
                  <a:pt x="8823503" y="673100"/>
                </a:lnTo>
                <a:lnTo>
                  <a:pt x="8843391" y="685800"/>
                </a:lnTo>
                <a:lnTo>
                  <a:pt x="8860385" y="685800"/>
                </a:lnTo>
                <a:lnTo>
                  <a:pt x="8877046" y="673100"/>
                </a:lnTo>
                <a:lnTo>
                  <a:pt x="8897326" y="660400"/>
                </a:lnTo>
                <a:lnTo>
                  <a:pt x="8925179" y="647700"/>
                </a:lnTo>
                <a:close/>
              </a:path>
              <a:path w="9144000" h="1714500">
                <a:moveTo>
                  <a:pt x="9142326" y="635000"/>
                </a:moveTo>
                <a:lnTo>
                  <a:pt x="8428253" y="635000"/>
                </a:lnTo>
                <a:lnTo>
                  <a:pt x="8467391" y="647700"/>
                </a:lnTo>
                <a:lnTo>
                  <a:pt x="8925179" y="647700"/>
                </a:lnTo>
                <a:lnTo>
                  <a:pt x="8950352" y="660400"/>
                </a:lnTo>
                <a:lnTo>
                  <a:pt x="9024798" y="660400"/>
                </a:lnTo>
                <a:lnTo>
                  <a:pt x="9042400" y="673100"/>
                </a:lnTo>
                <a:lnTo>
                  <a:pt x="9079071" y="673100"/>
                </a:lnTo>
                <a:lnTo>
                  <a:pt x="9100835" y="685800"/>
                </a:lnTo>
                <a:lnTo>
                  <a:pt x="9128125" y="685800"/>
                </a:lnTo>
                <a:lnTo>
                  <a:pt x="9141968" y="673100"/>
                </a:lnTo>
                <a:lnTo>
                  <a:pt x="9142087" y="660400"/>
                </a:lnTo>
                <a:lnTo>
                  <a:pt x="9142207" y="647700"/>
                </a:lnTo>
                <a:lnTo>
                  <a:pt x="9142326" y="635000"/>
                </a:lnTo>
                <a:close/>
              </a:path>
              <a:path w="9144000" h="1714500">
                <a:moveTo>
                  <a:pt x="7565485" y="647700"/>
                </a:moveTo>
                <a:lnTo>
                  <a:pt x="7504557" y="647700"/>
                </a:lnTo>
                <a:lnTo>
                  <a:pt x="7528496" y="660400"/>
                </a:lnTo>
                <a:lnTo>
                  <a:pt x="7565485" y="647700"/>
                </a:lnTo>
                <a:close/>
              </a:path>
              <a:path w="9144000" h="1714500">
                <a:moveTo>
                  <a:pt x="8110728" y="647700"/>
                </a:moveTo>
                <a:lnTo>
                  <a:pt x="7903501" y="647700"/>
                </a:lnTo>
                <a:lnTo>
                  <a:pt x="7962090" y="660400"/>
                </a:lnTo>
                <a:lnTo>
                  <a:pt x="8105312" y="660400"/>
                </a:lnTo>
                <a:lnTo>
                  <a:pt x="8110728" y="647700"/>
                </a:lnTo>
                <a:close/>
              </a:path>
              <a:path w="9144000" h="1714500">
                <a:moveTo>
                  <a:pt x="8196375" y="647700"/>
                </a:moveTo>
                <a:lnTo>
                  <a:pt x="8160136" y="647700"/>
                </a:lnTo>
                <a:lnTo>
                  <a:pt x="8169909" y="660400"/>
                </a:lnTo>
                <a:lnTo>
                  <a:pt x="8196375" y="647700"/>
                </a:lnTo>
                <a:close/>
              </a:path>
              <a:path w="9144000" h="1714500">
                <a:moveTo>
                  <a:pt x="8276691" y="635000"/>
                </a:moveTo>
                <a:lnTo>
                  <a:pt x="7659798" y="635000"/>
                </a:lnTo>
                <a:lnTo>
                  <a:pt x="7678640" y="647700"/>
                </a:lnTo>
                <a:lnTo>
                  <a:pt x="8236854" y="647700"/>
                </a:lnTo>
                <a:lnTo>
                  <a:pt x="8276691" y="635000"/>
                </a:lnTo>
                <a:close/>
              </a:path>
              <a:path w="9144000" h="1714500">
                <a:moveTo>
                  <a:pt x="8428253" y="635000"/>
                </a:moveTo>
                <a:lnTo>
                  <a:pt x="8276691" y="635000"/>
                </a:lnTo>
                <a:lnTo>
                  <a:pt x="8301228" y="647700"/>
                </a:lnTo>
                <a:lnTo>
                  <a:pt x="8380983" y="647700"/>
                </a:lnTo>
                <a:lnTo>
                  <a:pt x="8428253" y="635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6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252525"/>
                </a:solidFill>
              </a:rPr>
              <a:t>Core</a:t>
            </a:r>
            <a:r>
              <a:rPr sz="3200" spc="-6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Features</a:t>
            </a:r>
            <a:r>
              <a:rPr sz="3200" spc="-45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of</a:t>
            </a:r>
            <a:r>
              <a:rPr sz="3200" spc="-7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the</a:t>
            </a:r>
            <a:r>
              <a:rPr sz="3200" spc="-125" dirty="0">
                <a:solidFill>
                  <a:srgbClr val="252525"/>
                </a:solidFill>
              </a:rPr>
              <a:t> </a:t>
            </a:r>
            <a:r>
              <a:rPr sz="3200" spc="-10" dirty="0">
                <a:solidFill>
                  <a:srgbClr val="252525"/>
                </a:solidFill>
              </a:rPr>
              <a:t>Platform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48764" y="2056066"/>
            <a:ext cx="6057900" cy="20008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10795">
              <a:lnSpc>
                <a:spcPts val="1580"/>
              </a:lnSpc>
              <a:spcBef>
                <a:spcPts val="335"/>
              </a:spcBef>
            </a:pP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5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platform</a:t>
            </a:r>
            <a:r>
              <a:rPr sz="15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integrates</a:t>
            </a:r>
            <a:r>
              <a:rPr sz="15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5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overlays</a:t>
            </a:r>
            <a:r>
              <a:rPr sz="15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visualize</a:t>
            </a:r>
            <a:r>
              <a:rPr sz="15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complex</a:t>
            </a:r>
            <a:r>
              <a:rPr sz="15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machine</a:t>
            </a:r>
            <a:r>
              <a:rPr sz="15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/>
                <a:cs typeface="Times New Roman"/>
              </a:rPr>
              <a:t>operations step-by-</a:t>
            </a:r>
            <a:r>
              <a:rPr sz="1500" spc="-20" dirty="0">
                <a:solidFill>
                  <a:srgbClr val="252525"/>
                </a:solidFill>
                <a:latin typeface="Times New Roman"/>
                <a:cs typeface="Times New Roman"/>
              </a:rPr>
              <a:t>step.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6350">
              <a:lnSpc>
                <a:spcPts val="1580"/>
              </a:lnSpc>
            </a:pP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500" spc="3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tracks</a:t>
            </a:r>
            <a:r>
              <a:rPr sz="15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user</a:t>
            </a:r>
            <a:r>
              <a:rPr sz="1500" spc="3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movements</a:t>
            </a:r>
            <a:r>
              <a:rPr sz="1500" spc="3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500" spc="3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interactions</a:t>
            </a:r>
            <a:r>
              <a:rPr sz="1500" spc="3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00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ensure</a:t>
            </a:r>
            <a:r>
              <a:rPr sz="1500" spc="3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correct</a:t>
            </a:r>
            <a:r>
              <a:rPr sz="15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technique</a:t>
            </a:r>
            <a:r>
              <a:rPr sz="15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imes New Roman"/>
                <a:cs typeface="Times New Roman"/>
              </a:rPr>
              <a:t>and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safety</a:t>
            </a:r>
            <a:r>
              <a:rPr sz="15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/>
                <a:cs typeface="Times New Roman"/>
              </a:rPr>
              <a:t>compliance.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580"/>
              </a:lnSpc>
            </a:pP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5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system</a:t>
            </a:r>
            <a:r>
              <a:rPr sz="15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offers</a:t>
            </a:r>
            <a:r>
              <a:rPr sz="15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customizable</a:t>
            </a:r>
            <a:r>
              <a:rPr sz="15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training</a:t>
            </a:r>
            <a:r>
              <a:rPr sz="15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modules</a:t>
            </a:r>
            <a:r>
              <a:rPr sz="15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tailored</a:t>
            </a:r>
            <a:r>
              <a:rPr sz="15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5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specific</a:t>
            </a:r>
            <a:r>
              <a:rPr sz="15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/>
                <a:cs typeface="Times New Roman"/>
              </a:rPr>
              <a:t>machines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5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/>
                <a:cs typeface="Times New Roman"/>
              </a:rPr>
              <a:t>skill</a:t>
            </a:r>
            <a:r>
              <a:rPr sz="15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/>
                <a:cs typeface="Times New Roman"/>
              </a:rPr>
              <a:t>levels.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66239" y="4476750"/>
            <a:ext cx="7477759" cy="666750"/>
          </a:xfrm>
          <a:custGeom>
            <a:avLst/>
            <a:gdLst/>
            <a:ahLst/>
            <a:cxnLst/>
            <a:rect l="l" t="t" r="r" b="b"/>
            <a:pathLst>
              <a:path w="7477759" h="666750">
                <a:moveTo>
                  <a:pt x="46736" y="646430"/>
                </a:moveTo>
                <a:lnTo>
                  <a:pt x="762" y="662940"/>
                </a:lnTo>
                <a:lnTo>
                  <a:pt x="0" y="662940"/>
                </a:lnTo>
                <a:lnTo>
                  <a:pt x="4191" y="665480"/>
                </a:lnTo>
                <a:lnTo>
                  <a:pt x="10668" y="666750"/>
                </a:lnTo>
                <a:lnTo>
                  <a:pt x="7477759" y="666750"/>
                </a:lnTo>
                <a:lnTo>
                  <a:pt x="7477759" y="651510"/>
                </a:lnTo>
                <a:lnTo>
                  <a:pt x="88467" y="651510"/>
                </a:lnTo>
                <a:lnTo>
                  <a:pt x="46736" y="646430"/>
                </a:lnTo>
                <a:close/>
              </a:path>
              <a:path w="7477759" h="666750">
                <a:moveTo>
                  <a:pt x="414062" y="575310"/>
                </a:moveTo>
                <a:lnTo>
                  <a:pt x="354361" y="575310"/>
                </a:lnTo>
                <a:lnTo>
                  <a:pt x="294257" y="579120"/>
                </a:lnTo>
                <a:lnTo>
                  <a:pt x="244706" y="584200"/>
                </a:lnTo>
                <a:lnTo>
                  <a:pt x="216662" y="586740"/>
                </a:lnTo>
                <a:lnTo>
                  <a:pt x="174930" y="607060"/>
                </a:lnTo>
                <a:lnTo>
                  <a:pt x="131699" y="633730"/>
                </a:lnTo>
                <a:lnTo>
                  <a:pt x="88467" y="651510"/>
                </a:lnTo>
                <a:lnTo>
                  <a:pt x="7477759" y="651510"/>
                </a:lnTo>
                <a:lnTo>
                  <a:pt x="7477759" y="580390"/>
                </a:lnTo>
                <a:lnTo>
                  <a:pt x="462407" y="580390"/>
                </a:lnTo>
                <a:lnTo>
                  <a:pt x="414062" y="575310"/>
                </a:lnTo>
                <a:close/>
              </a:path>
              <a:path w="7477759" h="666750">
                <a:moveTo>
                  <a:pt x="536993" y="537210"/>
                </a:moveTo>
                <a:lnTo>
                  <a:pt x="512699" y="537210"/>
                </a:lnTo>
                <a:lnTo>
                  <a:pt x="516342" y="554990"/>
                </a:lnTo>
                <a:lnTo>
                  <a:pt x="499935" y="563880"/>
                </a:lnTo>
                <a:lnTo>
                  <a:pt x="477337" y="568960"/>
                </a:lnTo>
                <a:lnTo>
                  <a:pt x="462407" y="580390"/>
                </a:lnTo>
                <a:lnTo>
                  <a:pt x="7477759" y="580390"/>
                </a:lnTo>
                <a:lnTo>
                  <a:pt x="7477759" y="538480"/>
                </a:lnTo>
                <a:lnTo>
                  <a:pt x="560847" y="538480"/>
                </a:lnTo>
                <a:lnTo>
                  <a:pt x="536993" y="537210"/>
                </a:lnTo>
                <a:close/>
              </a:path>
              <a:path w="7477759" h="666750">
                <a:moveTo>
                  <a:pt x="612648" y="515620"/>
                </a:moveTo>
                <a:lnTo>
                  <a:pt x="606538" y="518159"/>
                </a:lnTo>
                <a:lnTo>
                  <a:pt x="595010" y="520700"/>
                </a:lnTo>
                <a:lnTo>
                  <a:pt x="582269" y="521970"/>
                </a:lnTo>
                <a:lnTo>
                  <a:pt x="572516" y="523240"/>
                </a:lnTo>
                <a:lnTo>
                  <a:pt x="575581" y="534670"/>
                </a:lnTo>
                <a:lnTo>
                  <a:pt x="560847" y="538480"/>
                </a:lnTo>
                <a:lnTo>
                  <a:pt x="7477759" y="538480"/>
                </a:lnTo>
                <a:lnTo>
                  <a:pt x="7477759" y="537210"/>
                </a:lnTo>
                <a:lnTo>
                  <a:pt x="850646" y="537210"/>
                </a:lnTo>
                <a:lnTo>
                  <a:pt x="847246" y="533400"/>
                </a:lnTo>
                <a:lnTo>
                  <a:pt x="732028" y="533400"/>
                </a:lnTo>
                <a:lnTo>
                  <a:pt x="726503" y="521970"/>
                </a:lnTo>
                <a:lnTo>
                  <a:pt x="668401" y="521970"/>
                </a:lnTo>
                <a:lnTo>
                  <a:pt x="659600" y="520700"/>
                </a:lnTo>
                <a:lnTo>
                  <a:pt x="621377" y="516890"/>
                </a:lnTo>
                <a:lnTo>
                  <a:pt x="612648" y="515620"/>
                </a:lnTo>
                <a:close/>
              </a:path>
              <a:path w="7477759" h="666750">
                <a:moveTo>
                  <a:pt x="1098423" y="502920"/>
                </a:moveTo>
                <a:lnTo>
                  <a:pt x="1074362" y="502920"/>
                </a:lnTo>
                <a:lnTo>
                  <a:pt x="1028525" y="509270"/>
                </a:lnTo>
                <a:lnTo>
                  <a:pt x="982426" y="516890"/>
                </a:lnTo>
                <a:lnTo>
                  <a:pt x="957580" y="518159"/>
                </a:lnTo>
                <a:lnTo>
                  <a:pt x="850646" y="537210"/>
                </a:lnTo>
                <a:lnTo>
                  <a:pt x="7477759" y="537210"/>
                </a:lnTo>
                <a:lnTo>
                  <a:pt x="7477759" y="516890"/>
                </a:lnTo>
                <a:lnTo>
                  <a:pt x="1392936" y="516890"/>
                </a:lnTo>
                <a:lnTo>
                  <a:pt x="1384766" y="513080"/>
                </a:lnTo>
                <a:lnTo>
                  <a:pt x="1163907" y="513080"/>
                </a:lnTo>
                <a:lnTo>
                  <a:pt x="1098423" y="502920"/>
                </a:lnTo>
                <a:close/>
              </a:path>
              <a:path w="7477759" h="666750">
                <a:moveTo>
                  <a:pt x="797052" y="518159"/>
                </a:moveTo>
                <a:lnTo>
                  <a:pt x="775462" y="518159"/>
                </a:lnTo>
                <a:lnTo>
                  <a:pt x="732028" y="533400"/>
                </a:lnTo>
                <a:lnTo>
                  <a:pt x="847246" y="533400"/>
                </a:lnTo>
                <a:lnTo>
                  <a:pt x="838180" y="523240"/>
                </a:lnTo>
                <a:lnTo>
                  <a:pt x="810964" y="523240"/>
                </a:lnTo>
                <a:lnTo>
                  <a:pt x="804926" y="521970"/>
                </a:lnTo>
                <a:lnTo>
                  <a:pt x="797052" y="518159"/>
                </a:lnTo>
                <a:close/>
              </a:path>
              <a:path w="7477759" h="666750">
                <a:moveTo>
                  <a:pt x="835914" y="520700"/>
                </a:moveTo>
                <a:lnTo>
                  <a:pt x="826232" y="521970"/>
                </a:lnTo>
                <a:lnTo>
                  <a:pt x="817991" y="523240"/>
                </a:lnTo>
                <a:lnTo>
                  <a:pt x="838180" y="523240"/>
                </a:lnTo>
                <a:lnTo>
                  <a:pt x="835914" y="520700"/>
                </a:lnTo>
                <a:close/>
              </a:path>
              <a:path w="7477759" h="666750">
                <a:moveTo>
                  <a:pt x="724662" y="518159"/>
                </a:moveTo>
                <a:lnTo>
                  <a:pt x="668401" y="521970"/>
                </a:lnTo>
                <a:lnTo>
                  <a:pt x="726503" y="521970"/>
                </a:lnTo>
                <a:lnTo>
                  <a:pt x="724662" y="518159"/>
                </a:lnTo>
                <a:close/>
              </a:path>
              <a:path w="7477759" h="666750">
                <a:moveTo>
                  <a:pt x="1467691" y="495300"/>
                </a:moveTo>
                <a:lnTo>
                  <a:pt x="1425852" y="495300"/>
                </a:lnTo>
                <a:lnTo>
                  <a:pt x="1397574" y="500380"/>
                </a:lnTo>
                <a:lnTo>
                  <a:pt x="1392936" y="516890"/>
                </a:lnTo>
                <a:lnTo>
                  <a:pt x="7477759" y="516890"/>
                </a:lnTo>
                <a:lnTo>
                  <a:pt x="7477759" y="496570"/>
                </a:lnTo>
                <a:lnTo>
                  <a:pt x="1513012" y="496570"/>
                </a:lnTo>
                <a:lnTo>
                  <a:pt x="1467691" y="495300"/>
                </a:lnTo>
                <a:close/>
              </a:path>
              <a:path w="7477759" h="666750">
                <a:moveTo>
                  <a:pt x="1354812" y="499109"/>
                </a:moveTo>
                <a:lnTo>
                  <a:pt x="1309878" y="499109"/>
                </a:lnTo>
                <a:lnTo>
                  <a:pt x="1268849" y="504190"/>
                </a:lnTo>
                <a:lnTo>
                  <a:pt x="1242441" y="504190"/>
                </a:lnTo>
                <a:lnTo>
                  <a:pt x="1192131" y="511809"/>
                </a:lnTo>
                <a:lnTo>
                  <a:pt x="1163907" y="513080"/>
                </a:lnTo>
                <a:lnTo>
                  <a:pt x="1384766" y="513080"/>
                </a:lnTo>
                <a:lnTo>
                  <a:pt x="1354812" y="499109"/>
                </a:lnTo>
                <a:close/>
              </a:path>
              <a:path w="7477759" h="666750">
                <a:moveTo>
                  <a:pt x="1677924" y="462280"/>
                </a:moveTo>
                <a:lnTo>
                  <a:pt x="1676832" y="471170"/>
                </a:lnTo>
                <a:lnTo>
                  <a:pt x="1647761" y="476250"/>
                </a:lnTo>
                <a:lnTo>
                  <a:pt x="1607736" y="478790"/>
                </a:lnTo>
                <a:lnTo>
                  <a:pt x="1573784" y="480059"/>
                </a:lnTo>
                <a:lnTo>
                  <a:pt x="1551735" y="494030"/>
                </a:lnTo>
                <a:lnTo>
                  <a:pt x="1513012" y="496570"/>
                </a:lnTo>
                <a:lnTo>
                  <a:pt x="7477759" y="496570"/>
                </a:lnTo>
                <a:lnTo>
                  <a:pt x="7477759" y="467359"/>
                </a:lnTo>
                <a:lnTo>
                  <a:pt x="1726244" y="467359"/>
                </a:lnTo>
                <a:lnTo>
                  <a:pt x="1677924" y="462280"/>
                </a:lnTo>
                <a:close/>
              </a:path>
              <a:path w="7477759" h="666750">
                <a:moveTo>
                  <a:pt x="1954117" y="411480"/>
                </a:moveTo>
                <a:lnTo>
                  <a:pt x="1940825" y="412750"/>
                </a:lnTo>
                <a:lnTo>
                  <a:pt x="1917700" y="431800"/>
                </a:lnTo>
                <a:lnTo>
                  <a:pt x="1867527" y="435609"/>
                </a:lnTo>
                <a:lnTo>
                  <a:pt x="1828865" y="443230"/>
                </a:lnTo>
                <a:lnTo>
                  <a:pt x="1796145" y="454659"/>
                </a:lnTo>
                <a:lnTo>
                  <a:pt x="1763794" y="463550"/>
                </a:lnTo>
                <a:lnTo>
                  <a:pt x="1726244" y="467359"/>
                </a:lnTo>
                <a:lnTo>
                  <a:pt x="7477759" y="467359"/>
                </a:lnTo>
                <a:lnTo>
                  <a:pt x="7477759" y="422909"/>
                </a:lnTo>
                <a:lnTo>
                  <a:pt x="2012045" y="422909"/>
                </a:lnTo>
                <a:lnTo>
                  <a:pt x="2005451" y="415290"/>
                </a:lnTo>
                <a:lnTo>
                  <a:pt x="1970313" y="415290"/>
                </a:lnTo>
                <a:lnTo>
                  <a:pt x="1954117" y="411480"/>
                </a:lnTo>
                <a:close/>
              </a:path>
              <a:path w="7477759" h="666750">
                <a:moveTo>
                  <a:pt x="2066448" y="408940"/>
                </a:moveTo>
                <a:lnTo>
                  <a:pt x="2037175" y="415290"/>
                </a:lnTo>
                <a:lnTo>
                  <a:pt x="2012045" y="422909"/>
                </a:lnTo>
                <a:lnTo>
                  <a:pt x="7477759" y="422909"/>
                </a:lnTo>
                <a:lnTo>
                  <a:pt x="7477759" y="420370"/>
                </a:lnTo>
                <a:lnTo>
                  <a:pt x="2088769" y="420370"/>
                </a:lnTo>
                <a:lnTo>
                  <a:pt x="2066448" y="408940"/>
                </a:lnTo>
                <a:close/>
              </a:path>
              <a:path w="7477759" h="666750">
                <a:moveTo>
                  <a:pt x="2361872" y="354330"/>
                </a:moveTo>
                <a:lnTo>
                  <a:pt x="2310590" y="363220"/>
                </a:lnTo>
                <a:lnTo>
                  <a:pt x="2261998" y="374650"/>
                </a:lnTo>
                <a:lnTo>
                  <a:pt x="2205285" y="374650"/>
                </a:lnTo>
                <a:lnTo>
                  <a:pt x="2184921" y="377190"/>
                </a:lnTo>
                <a:lnTo>
                  <a:pt x="2175764" y="379730"/>
                </a:lnTo>
                <a:lnTo>
                  <a:pt x="2145665" y="391160"/>
                </a:lnTo>
                <a:lnTo>
                  <a:pt x="2143125" y="400050"/>
                </a:lnTo>
                <a:lnTo>
                  <a:pt x="2121408" y="405130"/>
                </a:lnTo>
                <a:lnTo>
                  <a:pt x="2110057" y="411480"/>
                </a:lnTo>
                <a:lnTo>
                  <a:pt x="2103183" y="414020"/>
                </a:lnTo>
                <a:lnTo>
                  <a:pt x="2096119" y="417830"/>
                </a:lnTo>
                <a:lnTo>
                  <a:pt x="2088769" y="420370"/>
                </a:lnTo>
                <a:lnTo>
                  <a:pt x="7477759" y="420370"/>
                </a:lnTo>
                <a:lnTo>
                  <a:pt x="7477759" y="374650"/>
                </a:lnTo>
                <a:lnTo>
                  <a:pt x="2261998" y="374650"/>
                </a:lnTo>
                <a:lnTo>
                  <a:pt x="2216658" y="373380"/>
                </a:lnTo>
                <a:lnTo>
                  <a:pt x="7477759" y="373380"/>
                </a:lnTo>
                <a:lnTo>
                  <a:pt x="7477759" y="358140"/>
                </a:lnTo>
                <a:lnTo>
                  <a:pt x="2442682" y="358140"/>
                </a:lnTo>
                <a:lnTo>
                  <a:pt x="2361872" y="354330"/>
                </a:lnTo>
                <a:close/>
              </a:path>
              <a:path w="7477759" h="666750">
                <a:moveTo>
                  <a:pt x="2002155" y="411480"/>
                </a:moveTo>
                <a:lnTo>
                  <a:pt x="1970313" y="415290"/>
                </a:lnTo>
                <a:lnTo>
                  <a:pt x="2005451" y="415290"/>
                </a:lnTo>
                <a:lnTo>
                  <a:pt x="2002155" y="411480"/>
                </a:lnTo>
                <a:close/>
              </a:path>
              <a:path w="7477759" h="666750">
                <a:moveTo>
                  <a:pt x="2632075" y="314960"/>
                </a:moveTo>
                <a:lnTo>
                  <a:pt x="2628844" y="321310"/>
                </a:lnTo>
                <a:lnTo>
                  <a:pt x="2610230" y="322580"/>
                </a:lnTo>
                <a:lnTo>
                  <a:pt x="2587712" y="322580"/>
                </a:lnTo>
                <a:lnTo>
                  <a:pt x="2572766" y="328930"/>
                </a:lnTo>
                <a:lnTo>
                  <a:pt x="2566287" y="335280"/>
                </a:lnTo>
                <a:lnTo>
                  <a:pt x="2556176" y="339090"/>
                </a:lnTo>
                <a:lnTo>
                  <a:pt x="2544137" y="340360"/>
                </a:lnTo>
                <a:lnTo>
                  <a:pt x="2531872" y="342900"/>
                </a:lnTo>
                <a:lnTo>
                  <a:pt x="2511905" y="350520"/>
                </a:lnTo>
                <a:lnTo>
                  <a:pt x="2478532" y="355600"/>
                </a:lnTo>
                <a:lnTo>
                  <a:pt x="2442682" y="358140"/>
                </a:lnTo>
                <a:lnTo>
                  <a:pt x="7477759" y="358140"/>
                </a:lnTo>
                <a:lnTo>
                  <a:pt x="7477759" y="316230"/>
                </a:lnTo>
                <a:lnTo>
                  <a:pt x="2661513" y="316230"/>
                </a:lnTo>
                <a:lnTo>
                  <a:pt x="2632075" y="314960"/>
                </a:lnTo>
                <a:close/>
              </a:path>
              <a:path w="7477759" h="666750">
                <a:moveTo>
                  <a:pt x="2734183" y="284480"/>
                </a:moveTo>
                <a:lnTo>
                  <a:pt x="2710531" y="294640"/>
                </a:lnTo>
                <a:lnTo>
                  <a:pt x="2686986" y="307340"/>
                </a:lnTo>
                <a:lnTo>
                  <a:pt x="2661513" y="316230"/>
                </a:lnTo>
                <a:lnTo>
                  <a:pt x="7477759" y="316230"/>
                </a:lnTo>
                <a:lnTo>
                  <a:pt x="7477759" y="285750"/>
                </a:lnTo>
                <a:lnTo>
                  <a:pt x="2760525" y="285750"/>
                </a:lnTo>
                <a:lnTo>
                  <a:pt x="2734183" y="284480"/>
                </a:lnTo>
                <a:close/>
              </a:path>
              <a:path w="7477759" h="666750">
                <a:moveTo>
                  <a:pt x="2875915" y="254000"/>
                </a:moveTo>
                <a:lnTo>
                  <a:pt x="2827783" y="264160"/>
                </a:lnTo>
                <a:lnTo>
                  <a:pt x="2790523" y="276860"/>
                </a:lnTo>
                <a:lnTo>
                  <a:pt x="2760525" y="285750"/>
                </a:lnTo>
                <a:lnTo>
                  <a:pt x="7477759" y="285750"/>
                </a:lnTo>
                <a:lnTo>
                  <a:pt x="7477759" y="269240"/>
                </a:lnTo>
                <a:lnTo>
                  <a:pt x="2946654" y="269240"/>
                </a:lnTo>
                <a:lnTo>
                  <a:pt x="2911901" y="261620"/>
                </a:lnTo>
                <a:lnTo>
                  <a:pt x="2899711" y="260350"/>
                </a:lnTo>
                <a:lnTo>
                  <a:pt x="2893308" y="260350"/>
                </a:lnTo>
                <a:lnTo>
                  <a:pt x="2875915" y="254000"/>
                </a:lnTo>
                <a:close/>
              </a:path>
              <a:path w="7477759" h="666750">
                <a:moveTo>
                  <a:pt x="3059358" y="248920"/>
                </a:moveTo>
                <a:lnTo>
                  <a:pt x="3046761" y="252729"/>
                </a:lnTo>
                <a:lnTo>
                  <a:pt x="3034688" y="257809"/>
                </a:lnTo>
                <a:lnTo>
                  <a:pt x="3020568" y="262890"/>
                </a:lnTo>
                <a:lnTo>
                  <a:pt x="3000178" y="264160"/>
                </a:lnTo>
                <a:lnTo>
                  <a:pt x="2976133" y="266700"/>
                </a:lnTo>
                <a:lnTo>
                  <a:pt x="2955827" y="267970"/>
                </a:lnTo>
                <a:lnTo>
                  <a:pt x="2946654" y="269240"/>
                </a:lnTo>
                <a:lnTo>
                  <a:pt x="7477759" y="269240"/>
                </a:lnTo>
                <a:lnTo>
                  <a:pt x="7477759" y="266700"/>
                </a:lnTo>
                <a:lnTo>
                  <a:pt x="3222609" y="266700"/>
                </a:lnTo>
                <a:lnTo>
                  <a:pt x="3176091" y="264160"/>
                </a:lnTo>
                <a:lnTo>
                  <a:pt x="3127082" y="260350"/>
                </a:lnTo>
                <a:lnTo>
                  <a:pt x="3075051" y="250190"/>
                </a:lnTo>
                <a:lnTo>
                  <a:pt x="3059358" y="248920"/>
                </a:lnTo>
                <a:close/>
              </a:path>
              <a:path w="7477759" h="666750">
                <a:moveTo>
                  <a:pt x="3598505" y="208279"/>
                </a:moveTo>
                <a:lnTo>
                  <a:pt x="3583527" y="215900"/>
                </a:lnTo>
                <a:lnTo>
                  <a:pt x="3570025" y="226059"/>
                </a:lnTo>
                <a:lnTo>
                  <a:pt x="3545713" y="232409"/>
                </a:lnTo>
                <a:lnTo>
                  <a:pt x="3525313" y="232409"/>
                </a:lnTo>
                <a:lnTo>
                  <a:pt x="3506152" y="233679"/>
                </a:lnTo>
                <a:lnTo>
                  <a:pt x="3490706" y="240029"/>
                </a:lnTo>
                <a:lnTo>
                  <a:pt x="3481451" y="248920"/>
                </a:lnTo>
                <a:lnTo>
                  <a:pt x="3441954" y="250190"/>
                </a:lnTo>
                <a:lnTo>
                  <a:pt x="3423549" y="251459"/>
                </a:lnTo>
                <a:lnTo>
                  <a:pt x="3412002" y="255270"/>
                </a:lnTo>
                <a:lnTo>
                  <a:pt x="3393079" y="259079"/>
                </a:lnTo>
                <a:lnTo>
                  <a:pt x="3352546" y="262890"/>
                </a:lnTo>
                <a:lnTo>
                  <a:pt x="3222609" y="266700"/>
                </a:lnTo>
                <a:lnTo>
                  <a:pt x="7477759" y="266700"/>
                </a:lnTo>
                <a:lnTo>
                  <a:pt x="7477759" y="212090"/>
                </a:lnTo>
                <a:lnTo>
                  <a:pt x="3627247" y="212090"/>
                </a:lnTo>
                <a:lnTo>
                  <a:pt x="3598505" y="208279"/>
                </a:lnTo>
                <a:close/>
              </a:path>
              <a:path w="7477759" h="666750">
                <a:moveTo>
                  <a:pt x="3763899" y="170179"/>
                </a:moveTo>
                <a:lnTo>
                  <a:pt x="3747389" y="170179"/>
                </a:lnTo>
                <a:lnTo>
                  <a:pt x="3734435" y="175259"/>
                </a:lnTo>
                <a:lnTo>
                  <a:pt x="3729281" y="175259"/>
                </a:lnTo>
                <a:lnTo>
                  <a:pt x="3723020" y="176529"/>
                </a:lnTo>
                <a:lnTo>
                  <a:pt x="3708654" y="179070"/>
                </a:lnTo>
                <a:lnTo>
                  <a:pt x="3684270" y="182879"/>
                </a:lnTo>
                <a:lnTo>
                  <a:pt x="3686302" y="185420"/>
                </a:lnTo>
                <a:lnTo>
                  <a:pt x="3675378" y="191770"/>
                </a:lnTo>
                <a:lnTo>
                  <a:pt x="3651964" y="196850"/>
                </a:lnTo>
                <a:lnTo>
                  <a:pt x="3630955" y="203200"/>
                </a:lnTo>
                <a:lnTo>
                  <a:pt x="3627247" y="212090"/>
                </a:lnTo>
                <a:lnTo>
                  <a:pt x="7477759" y="212090"/>
                </a:lnTo>
                <a:lnTo>
                  <a:pt x="7477759" y="196850"/>
                </a:lnTo>
                <a:lnTo>
                  <a:pt x="4127373" y="196850"/>
                </a:lnTo>
                <a:lnTo>
                  <a:pt x="4075805" y="195579"/>
                </a:lnTo>
                <a:lnTo>
                  <a:pt x="4050329" y="191770"/>
                </a:lnTo>
                <a:lnTo>
                  <a:pt x="3835403" y="191770"/>
                </a:lnTo>
                <a:lnTo>
                  <a:pt x="3827430" y="187959"/>
                </a:lnTo>
                <a:lnTo>
                  <a:pt x="3815123" y="181609"/>
                </a:lnTo>
                <a:lnTo>
                  <a:pt x="3793363" y="180340"/>
                </a:lnTo>
                <a:lnTo>
                  <a:pt x="3770455" y="180340"/>
                </a:lnTo>
                <a:lnTo>
                  <a:pt x="3764162" y="179070"/>
                </a:lnTo>
                <a:lnTo>
                  <a:pt x="3762883" y="176529"/>
                </a:lnTo>
                <a:lnTo>
                  <a:pt x="3763645" y="172720"/>
                </a:lnTo>
                <a:lnTo>
                  <a:pt x="3763772" y="171450"/>
                </a:lnTo>
                <a:lnTo>
                  <a:pt x="3763899" y="170179"/>
                </a:lnTo>
                <a:close/>
              </a:path>
              <a:path w="7477759" h="666750">
                <a:moveTo>
                  <a:pt x="4144254" y="189229"/>
                </a:moveTo>
                <a:lnTo>
                  <a:pt x="4127373" y="196850"/>
                </a:lnTo>
                <a:lnTo>
                  <a:pt x="7477759" y="196850"/>
                </a:lnTo>
                <a:lnTo>
                  <a:pt x="7477759" y="194309"/>
                </a:lnTo>
                <a:lnTo>
                  <a:pt x="5970524" y="194309"/>
                </a:lnTo>
                <a:lnTo>
                  <a:pt x="5969298" y="191770"/>
                </a:lnTo>
                <a:lnTo>
                  <a:pt x="4158218" y="191770"/>
                </a:lnTo>
                <a:lnTo>
                  <a:pt x="4144254" y="189229"/>
                </a:lnTo>
                <a:close/>
              </a:path>
              <a:path w="7477759" h="666750">
                <a:moveTo>
                  <a:pt x="6000331" y="185420"/>
                </a:moveTo>
                <a:lnTo>
                  <a:pt x="5990574" y="186690"/>
                </a:lnTo>
                <a:lnTo>
                  <a:pt x="5979650" y="190500"/>
                </a:lnTo>
                <a:lnTo>
                  <a:pt x="5970524" y="194309"/>
                </a:lnTo>
                <a:lnTo>
                  <a:pt x="7477759" y="194309"/>
                </a:lnTo>
                <a:lnTo>
                  <a:pt x="7477759" y="189229"/>
                </a:lnTo>
                <a:lnTo>
                  <a:pt x="6005957" y="189229"/>
                </a:lnTo>
                <a:lnTo>
                  <a:pt x="6000331" y="185420"/>
                </a:lnTo>
                <a:close/>
              </a:path>
              <a:path w="7477759" h="666750">
                <a:moveTo>
                  <a:pt x="3847338" y="175259"/>
                </a:moveTo>
                <a:lnTo>
                  <a:pt x="3844163" y="181609"/>
                </a:lnTo>
                <a:lnTo>
                  <a:pt x="3835403" y="191770"/>
                </a:lnTo>
                <a:lnTo>
                  <a:pt x="3975989" y="191770"/>
                </a:lnTo>
                <a:lnTo>
                  <a:pt x="3955782" y="185420"/>
                </a:lnTo>
                <a:lnTo>
                  <a:pt x="3948033" y="180340"/>
                </a:lnTo>
                <a:lnTo>
                  <a:pt x="3913759" y="180340"/>
                </a:lnTo>
                <a:lnTo>
                  <a:pt x="3906777" y="177800"/>
                </a:lnTo>
                <a:lnTo>
                  <a:pt x="3863594" y="177800"/>
                </a:lnTo>
                <a:lnTo>
                  <a:pt x="3847338" y="175259"/>
                </a:lnTo>
                <a:close/>
              </a:path>
              <a:path w="7477759" h="666750">
                <a:moveTo>
                  <a:pt x="4000053" y="185420"/>
                </a:moveTo>
                <a:lnTo>
                  <a:pt x="3975989" y="191770"/>
                </a:lnTo>
                <a:lnTo>
                  <a:pt x="4050329" y="191770"/>
                </a:lnTo>
                <a:lnTo>
                  <a:pt x="4033345" y="189229"/>
                </a:lnTo>
                <a:lnTo>
                  <a:pt x="4000053" y="185420"/>
                </a:lnTo>
                <a:close/>
              </a:path>
              <a:path w="7477759" h="666750">
                <a:moveTo>
                  <a:pt x="4277369" y="171450"/>
                </a:moveTo>
                <a:lnTo>
                  <a:pt x="4263644" y="171450"/>
                </a:lnTo>
                <a:lnTo>
                  <a:pt x="4247927" y="173990"/>
                </a:lnTo>
                <a:lnTo>
                  <a:pt x="4230973" y="177800"/>
                </a:lnTo>
                <a:lnTo>
                  <a:pt x="4216923" y="180340"/>
                </a:lnTo>
                <a:lnTo>
                  <a:pt x="4209923" y="180340"/>
                </a:lnTo>
                <a:lnTo>
                  <a:pt x="4177397" y="191770"/>
                </a:lnTo>
                <a:lnTo>
                  <a:pt x="5891568" y="191770"/>
                </a:lnTo>
                <a:lnTo>
                  <a:pt x="5862244" y="187959"/>
                </a:lnTo>
                <a:lnTo>
                  <a:pt x="5848182" y="182879"/>
                </a:lnTo>
                <a:lnTo>
                  <a:pt x="5846857" y="181609"/>
                </a:lnTo>
                <a:lnTo>
                  <a:pt x="5788025" y="181609"/>
                </a:lnTo>
                <a:lnTo>
                  <a:pt x="5745639" y="177800"/>
                </a:lnTo>
                <a:lnTo>
                  <a:pt x="5639489" y="172720"/>
                </a:lnTo>
                <a:lnTo>
                  <a:pt x="4291250" y="172720"/>
                </a:lnTo>
                <a:lnTo>
                  <a:pt x="4277369" y="171450"/>
                </a:lnTo>
                <a:close/>
              </a:path>
              <a:path w="7477759" h="666750">
                <a:moveTo>
                  <a:pt x="5960824" y="186690"/>
                </a:moveTo>
                <a:lnTo>
                  <a:pt x="5951789" y="186690"/>
                </a:lnTo>
                <a:lnTo>
                  <a:pt x="5943981" y="189229"/>
                </a:lnTo>
                <a:lnTo>
                  <a:pt x="5891568" y="191770"/>
                </a:lnTo>
                <a:lnTo>
                  <a:pt x="5969298" y="191770"/>
                </a:lnTo>
                <a:lnTo>
                  <a:pt x="5968073" y="189229"/>
                </a:lnTo>
                <a:lnTo>
                  <a:pt x="5960824" y="186690"/>
                </a:lnTo>
                <a:close/>
              </a:path>
              <a:path w="7477759" h="666750">
                <a:moveTo>
                  <a:pt x="6147943" y="166370"/>
                </a:moveTo>
                <a:lnTo>
                  <a:pt x="6114631" y="176529"/>
                </a:lnTo>
                <a:lnTo>
                  <a:pt x="6079569" y="182879"/>
                </a:lnTo>
                <a:lnTo>
                  <a:pt x="6043197" y="186690"/>
                </a:lnTo>
                <a:lnTo>
                  <a:pt x="6005957" y="189229"/>
                </a:lnTo>
                <a:lnTo>
                  <a:pt x="7477759" y="189229"/>
                </a:lnTo>
                <a:lnTo>
                  <a:pt x="7477759" y="168909"/>
                </a:lnTo>
                <a:lnTo>
                  <a:pt x="6201675" y="168909"/>
                </a:lnTo>
                <a:lnTo>
                  <a:pt x="6147943" y="166370"/>
                </a:lnTo>
                <a:close/>
              </a:path>
              <a:path w="7477759" h="666750">
                <a:moveTo>
                  <a:pt x="3682238" y="180340"/>
                </a:moveTo>
                <a:lnTo>
                  <a:pt x="3682873" y="182879"/>
                </a:lnTo>
                <a:lnTo>
                  <a:pt x="3684270" y="182879"/>
                </a:lnTo>
                <a:lnTo>
                  <a:pt x="3682238" y="180340"/>
                </a:lnTo>
                <a:close/>
              </a:path>
              <a:path w="7477759" h="666750">
                <a:moveTo>
                  <a:pt x="5834538" y="171450"/>
                </a:moveTo>
                <a:lnTo>
                  <a:pt x="5819304" y="172720"/>
                </a:lnTo>
                <a:lnTo>
                  <a:pt x="5788025" y="181609"/>
                </a:lnTo>
                <a:lnTo>
                  <a:pt x="5846857" y="181609"/>
                </a:lnTo>
                <a:lnTo>
                  <a:pt x="5841556" y="176529"/>
                </a:lnTo>
                <a:lnTo>
                  <a:pt x="5834538" y="171450"/>
                </a:lnTo>
                <a:close/>
              </a:path>
              <a:path w="7477759" h="666750">
                <a:moveTo>
                  <a:pt x="3682076" y="180109"/>
                </a:moveTo>
                <a:lnTo>
                  <a:pt x="3681984" y="180340"/>
                </a:lnTo>
                <a:lnTo>
                  <a:pt x="3682238" y="180340"/>
                </a:lnTo>
                <a:lnTo>
                  <a:pt x="3682076" y="180109"/>
                </a:lnTo>
                <a:close/>
              </a:path>
              <a:path w="7477759" h="666750">
                <a:moveTo>
                  <a:pt x="3932894" y="172720"/>
                </a:moveTo>
                <a:lnTo>
                  <a:pt x="3913759" y="180340"/>
                </a:lnTo>
                <a:lnTo>
                  <a:pt x="3948033" y="180340"/>
                </a:lnTo>
                <a:lnTo>
                  <a:pt x="3944159" y="177800"/>
                </a:lnTo>
                <a:lnTo>
                  <a:pt x="3932894" y="172720"/>
                </a:lnTo>
                <a:close/>
              </a:path>
              <a:path w="7477759" h="666750">
                <a:moveTo>
                  <a:pt x="3682746" y="178435"/>
                </a:moveTo>
                <a:lnTo>
                  <a:pt x="3681349" y="179070"/>
                </a:lnTo>
                <a:lnTo>
                  <a:pt x="3682076" y="180109"/>
                </a:lnTo>
                <a:lnTo>
                  <a:pt x="3682746" y="178435"/>
                </a:lnTo>
                <a:close/>
              </a:path>
              <a:path w="7477759" h="666750">
                <a:moveTo>
                  <a:pt x="3684143" y="177800"/>
                </a:moveTo>
                <a:lnTo>
                  <a:pt x="3683000" y="177800"/>
                </a:lnTo>
                <a:lnTo>
                  <a:pt x="3682746" y="178435"/>
                </a:lnTo>
                <a:lnTo>
                  <a:pt x="3684143" y="177800"/>
                </a:lnTo>
                <a:close/>
              </a:path>
              <a:path w="7477759" h="666750">
                <a:moveTo>
                  <a:pt x="3890581" y="176529"/>
                </a:moveTo>
                <a:lnTo>
                  <a:pt x="3873432" y="177800"/>
                </a:lnTo>
                <a:lnTo>
                  <a:pt x="3906777" y="177800"/>
                </a:lnTo>
                <a:lnTo>
                  <a:pt x="3890581" y="176529"/>
                </a:lnTo>
                <a:close/>
              </a:path>
              <a:path w="7477759" h="666750">
                <a:moveTo>
                  <a:pt x="4612661" y="106679"/>
                </a:moveTo>
                <a:lnTo>
                  <a:pt x="4477608" y="123190"/>
                </a:lnTo>
                <a:lnTo>
                  <a:pt x="4425762" y="132079"/>
                </a:lnTo>
                <a:lnTo>
                  <a:pt x="4372879" y="146050"/>
                </a:lnTo>
                <a:lnTo>
                  <a:pt x="4319143" y="166370"/>
                </a:lnTo>
                <a:lnTo>
                  <a:pt x="4305202" y="172720"/>
                </a:lnTo>
                <a:lnTo>
                  <a:pt x="5639489" y="172720"/>
                </a:lnTo>
                <a:lnTo>
                  <a:pt x="5589588" y="170179"/>
                </a:lnTo>
                <a:lnTo>
                  <a:pt x="5551043" y="166370"/>
                </a:lnTo>
                <a:lnTo>
                  <a:pt x="5525672" y="157479"/>
                </a:lnTo>
                <a:lnTo>
                  <a:pt x="5515911" y="148590"/>
                </a:lnTo>
                <a:lnTo>
                  <a:pt x="5506412" y="139700"/>
                </a:lnTo>
                <a:lnTo>
                  <a:pt x="5494120" y="137159"/>
                </a:lnTo>
                <a:lnTo>
                  <a:pt x="4955746" y="137159"/>
                </a:lnTo>
                <a:lnTo>
                  <a:pt x="4935220" y="132079"/>
                </a:lnTo>
                <a:lnTo>
                  <a:pt x="4931308" y="123190"/>
                </a:lnTo>
                <a:lnTo>
                  <a:pt x="4905644" y="120650"/>
                </a:lnTo>
                <a:lnTo>
                  <a:pt x="4877623" y="119379"/>
                </a:lnTo>
                <a:lnTo>
                  <a:pt x="4841230" y="119379"/>
                </a:lnTo>
                <a:lnTo>
                  <a:pt x="4836720" y="118109"/>
                </a:lnTo>
                <a:lnTo>
                  <a:pt x="4657847" y="118109"/>
                </a:lnTo>
                <a:lnTo>
                  <a:pt x="4644151" y="115570"/>
                </a:lnTo>
                <a:lnTo>
                  <a:pt x="4631991" y="110490"/>
                </a:lnTo>
                <a:lnTo>
                  <a:pt x="4612661" y="106679"/>
                </a:lnTo>
                <a:close/>
              </a:path>
              <a:path w="7477759" h="666750">
                <a:moveTo>
                  <a:pt x="6258433" y="138429"/>
                </a:moveTo>
                <a:lnTo>
                  <a:pt x="6240418" y="147320"/>
                </a:lnTo>
                <a:lnTo>
                  <a:pt x="6227000" y="160020"/>
                </a:lnTo>
                <a:lnTo>
                  <a:pt x="6201675" y="168909"/>
                </a:lnTo>
                <a:lnTo>
                  <a:pt x="7477759" y="168909"/>
                </a:lnTo>
                <a:lnTo>
                  <a:pt x="7477759" y="153670"/>
                </a:lnTo>
                <a:lnTo>
                  <a:pt x="6517157" y="153670"/>
                </a:lnTo>
                <a:lnTo>
                  <a:pt x="6507967" y="149859"/>
                </a:lnTo>
                <a:lnTo>
                  <a:pt x="6401181" y="149859"/>
                </a:lnTo>
                <a:lnTo>
                  <a:pt x="6373238" y="147320"/>
                </a:lnTo>
                <a:lnTo>
                  <a:pt x="6326854" y="147320"/>
                </a:lnTo>
                <a:lnTo>
                  <a:pt x="6295917" y="146050"/>
                </a:lnTo>
                <a:lnTo>
                  <a:pt x="6258433" y="138429"/>
                </a:lnTo>
                <a:close/>
              </a:path>
              <a:path w="7477759" h="666750">
                <a:moveTo>
                  <a:pt x="6607936" y="125729"/>
                </a:moveTo>
                <a:lnTo>
                  <a:pt x="6575089" y="134620"/>
                </a:lnTo>
                <a:lnTo>
                  <a:pt x="6545754" y="148590"/>
                </a:lnTo>
                <a:lnTo>
                  <a:pt x="6517157" y="153670"/>
                </a:lnTo>
                <a:lnTo>
                  <a:pt x="7477759" y="153670"/>
                </a:lnTo>
                <a:lnTo>
                  <a:pt x="7477759" y="135890"/>
                </a:lnTo>
                <a:lnTo>
                  <a:pt x="6866731" y="135890"/>
                </a:lnTo>
                <a:lnTo>
                  <a:pt x="6858059" y="134620"/>
                </a:lnTo>
                <a:lnTo>
                  <a:pt x="6852949" y="132079"/>
                </a:lnTo>
                <a:lnTo>
                  <a:pt x="6693725" y="132079"/>
                </a:lnTo>
                <a:lnTo>
                  <a:pt x="6648342" y="127000"/>
                </a:lnTo>
                <a:lnTo>
                  <a:pt x="6607936" y="125729"/>
                </a:lnTo>
                <a:close/>
              </a:path>
              <a:path w="7477759" h="666750">
                <a:moveTo>
                  <a:pt x="6486525" y="140970"/>
                </a:moveTo>
                <a:lnTo>
                  <a:pt x="6465010" y="146050"/>
                </a:lnTo>
                <a:lnTo>
                  <a:pt x="6440328" y="147320"/>
                </a:lnTo>
                <a:lnTo>
                  <a:pt x="6417409" y="147320"/>
                </a:lnTo>
                <a:lnTo>
                  <a:pt x="6401181" y="149859"/>
                </a:lnTo>
                <a:lnTo>
                  <a:pt x="6507967" y="149859"/>
                </a:lnTo>
                <a:lnTo>
                  <a:pt x="6486525" y="140970"/>
                </a:lnTo>
                <a:close/>
              </a:path>
              <a:path w="7477759" h="666750">
                <a:moveTo>
                  <a:pt x="6359267" y="146050"/>
                </a:moveTo>
                <a:lnTo>
                  <a:pt x="6326854" y="147320"/>
                </a:lnTo>
                <a:lnTo>
                  <a:pt x="6373238" y="147320"/>
                </a:lnTo>
                <a:lnTo>
                  <a:pt x="6359267" y="146050"/>
                </a:lnTo>
                <a:close/>
              </a:path>
              <a:path w="7477759" h="666750">
                <a:moveTo>
                  <a:pt x="4988512" y="128270"/>
                </a:moveTo>
                <a:lnTo>
                  <a:pt x="4972177" y="132079"/>
                </a:lnTo>
                <a:lnTo>
                  <a:pt x="4955746" y="137159"/>
                </a:lnTo>
                <a:lnTo>
                  <a:pt x="5494120" y="137159"/>
                </a:lnTo>
                <a:lnTo>
                  <a:pt x="5481828" y="134620"/>
                </a:lnTo>
                <a:lnTo>
                  <a:pt x="5431311" y="130809"/>
                </a:lnTo>
                <a:lnTo>
                  <a:pt x="5008753" y="130809"/>
                </a:lnTo>
                <a:lnTo>
                  <a:pt x="4988512" y="128270"/>
                </a:lnTo>
                <a:close/>
              </a:path>
              <a:path w="7477759" h="666750">
                <a:moveTo>
                  <a:pt x="7097144" y="58420"/>
                </a:moveTo>
                <a:lnTo>
                  <a:pt x="7079107" y="67309"/>
                </a:lnTo>
                <a:lnTo>
                  <a:pt x="7069024" y="88900"/>
                </a:lnTo>
                <a:lnTo>
                  <a:pt x="7034355" y="95250"/>
                </a:lnTo>
                <a:lnTo>
                  <a:pt x="6988756" y="97790"/>
                </a:lnTo>
                <a:lnTo>
                  <a:pt x="6945884" y="104140"/>
                </a:lnTo>
                <a:lnTo>
                  <a:pt x="6935676" y="115570"/>
                </a:lnTo>
                <a:lnTo>
                  <a:pt x="6908704" y="116840"/>
                </a:lnTo>
                <a:lnTo>
                  <a:pt x="6888162" y="118109"/>
                </a:lnTo>
                <a:lnTo>
                  <a:pt x="6897242" y="125729"/>
                </a:lnTo>
                <a:lnTo>
                  <a:pt x="6878308" y="133350"/>
                </a:lnTo>
                <a:lnTo>
                  <a:pt x="6866731" y="135890"/>
                </a:lnTo>
                <a:lnTo>
                  <a:pt x="7477759" y="135890"/>
                </a:lnTo>
                <a:lnTo>
                  <a:pt x="7477759" y="62229"/>
                </a:lnTo>
                <a:lnTo>
                  <a:pt x="7148079" y="62229"/>
                </a:lnTo>
                <a:lnTo>
                  <a:pt x="7123969" y="60959"/>
                </a:lnTo>
                <a:lnTo>
                  <a:pt x="7097144" y="58420"/>
                </a:lnTo>
                <a:close/>
              </a:path>
              <a:path w="7477759" h="666750">
                <a:moveTo>
                  <a:pt x="6770751" y="113029"/>
                </a:moveTo>
                <a:lnTo>
                  <a:pt x="6736917" y="130809"/>
                </a:lnTo>
                <a:lnTo>
                  <a:pt x="6693725" y="132079"/>
                </a:lnTo>
                <a:lnTo>
                  <a:pt x="6852949" y="132079"/>
                </a:lnTo>
                <a:lnTo>
                  <a:pt x="6847840" y="129540"/>
                </a:lnTo>
                <a:lnTo>
                  <a:pt x="6821971" y="129540"/>
                </a:lnTo>
                <a:lnTo>
                  <a:pt x="6802532" y="124459"/>
                </a:lnTo>
                <a:lnTo>
                  <a:pt x="6786475" y="118109"/>
                </a:lnTo>
                <a:lnTo>
                  <a:pt x="6770751" y="113029"/>
                </a:lnTo>
                <a:close/>
              </a:path>
              <a:path w="7477759" h="666750">
                <a:moveTo>
                  <a:pt x="5119544" y="104140"/>
                </a:moveTo>
                <a:lnTo>
                  <a:pt x="5105844" y="105409"/>
                </a:lnTo>
                <a:lnTo>
                  <a:pt x="5091382" y="114300"/>
                </a:lnTo>
                <a:lnTo>
                  <a:pt x="5066538" y="119379"/>
                </a:lnTo>
                <a:lnTo>
                  <a:pt x="5046918" y="123190"/>
                </a:lnTo>
                <a:lnTo>
                  <a:pt x="5036550" y="127000"/>
                </a:lnTo>
                <a:lnTo>
                  <a:pt x="5026729" y="130809"/>
                </a:lnTo>
                <a:lnTo>
                  <a:pt x="5431311" y="130809"/>
                </a:lnTo>
                <a:lnTo>
                  <a:pt x="5383831" y="127000"/>
                </a:lnTo>
                <a:lnTo>
                  <a:pt x="5292598" y="127000"/>
                </a:lnTo>
                <a:lnTo>
                  <a:pt x="5289263" y="125729"/>
                </a:lnTo>
                <a:lnTo>
                  <a:pt x="5223510" y="125729"/>
                </a:lnTo>
                <a:lnTo>
                  <a:pt x="5198258" y="121920"/>
                </a:lnTo>
                <a:lnTo>
                  <a:pt x="5142103" y="121920"/>
                </a:lnTo>
                <a:lnTo>
                  <a:pt x="5119544" y="104140"/>
                </a:lnTo>
                <a:close/>
              </a:path>
              <a:path w="7477759" h="666750">
                <a:moveTo>
                  <a:pt x="5338042" y="124459"/>
                </a:moveTo>
                <a:lnTo>
                  <a:pt x="5292598" y="127000"/>
                </a:lnTo>
                <a:lnTo>
                  <a:pt x="5383831" y="127000"/>
                </a:lnTo>
                <a:lnTo>
                  <a:pt x="5338042" y="124459"/>
                </a:lnTo>
                <a:close/>
              </a:path>
              <a:path w="7477759" h="666750">
                <a:moveTo>
                  <a:pt x="5259054" y="118109"/>
                </a:moveTo>
                <a:lnTo>
                  <a:pt x="5241680" y="119379"/>
                </a:lnTo>
                <a:lnTo>
                  <a:pt x="5223510" y="125729"/>
                </a:lnTo>
                <a:lnTo>
                  <a:pt x="5289263" y="125729"/>
                </a:lnTo>
                <a:lnTo>
                  <a:pt x="5275927" y="120650"/>
                </a:lnTo>
                <a:lnTo>
                  <a:pt x="5259054" y="118109"/>
                </a:lnTo>
                <a:close/>
              </a:path>
              <a:path w="7477759" h="666750">
                <a:moveTo>
                  <a:pt x="5164556" y="115570"/>
                </a:moveTo>
                <a:lnTo>
                  <a:pt x="5142103" y="121920"/>
                </a:lnTo>
                <a:lnTo>
                  <a:pt x="5198258" y="121920"/>
                </a:lnTo>
                <a:lnTo>
                  <a:pt x="5189841" y="120650"/>
                </a:lnTo>
                <a:lnTo>
                  <a:pt x="5175329" y="116840"/>
                </a:lnTo>
                <a:lnTo>
                  <a:pt x="5164556" y="115570"/>
                </a:lnTo>
                <a:close/>
              </a:path>
              <a:path w="7477759" h="666750">
                <a:moveTo>
                  <a:pt x="4866640" y="110490"/>
                </a:moveTo>
                <a:lnTo>
                  <a:pt x="4841230" y="119379"/>
                </a:lnTo>
                <a:lnTo>
                  <a:pt x="4877623" y="119379"/>
                </a:lnTo>
                <a:lnTo>
                  <a:pt x="4866640" y="110490"/>
                </a:lnTo>
                <a:close/>
              </a:path>
              <a:path w="7477759" h="666750">
                <a:moveTo>
                  <a:pt x="4724654" y="100329"/>
                </a:moveTo>
                <a:lnTo>
                  <a:pt x="4681780" y="114300"/>
                </a:lnTo>
                <a:lnTo>
                  <a:pt x="4657847" y="118109"/>
                </a:lnTo>
                <a:lnTo>
                  <a:pt x="4836720" y="118109"/>
                </a:lnTo>
                <a:lnTo>
                  <a:pt x="4823190" y="114300"/>
                </a:lnTo>
                <a:lnTo>
                  <a:pt x="4813920" y="110490"/>
                </a:lnTo>
                <a:lnTo>
                  <a:pt x="4747768" y="110490"/>
                </a:lnTo>
                <a:lnTo>
                  <a:pt x="4735770" y="107950"/>
                </a:lnTo>
                <a:lnTo>
                  <a:pt x="4724654" y="100329"/>
                </a:lnTo>
                <a:close/>
              </a:path>
              <a:path w="7477759" h="666750">
                <a:moveTo>
                  <a:pt x="4777740" y="104140"/>
                </a:moveTo>
                <a:lnTo>
                  <a:pt x="4761480" y="109220"/>
                </a:lnTo>
                <a:lnTo>
                  <a:pt x="4747768" y="110490"/>
                </a:lnTo>
                <a:lnTo>
                  <a:pt x="4813920" y="110490"/>
                </a:lnTo>
                <a:lnTo>
                  <a:pt x="4804650" y="106679"/>
                </a:lnTo>
                <a:lnTo>
                  <a:pt x="4777740" y="104140"/>
                </a:lnTo>
                <a:close/>
              </a:path>
              <a:path w="7477759" h="666750">
                <a:moveTo>
                  <a:pt x="7157974" y="52070"/>
                </a:moveTo>
                <a:lnTo>
                  <a:pt x="7148079" y="62229"/>
                </a:lnTo>
                <a:lnTo>
                  <a:pt x="7477759" y="62229"/>
                </a:lnTo>
                <a:lnTo>
                  <a:pt x="7477759" y="57150"/>
                </a:lnTo>
                <a:lnTo>
                  <a:pt x="7183219" y="57150"/>
                </a:lnTo>
                <a:lnTo>
                  <a:pt x="7157974" y="52070"/>
                </a:lnTo>
                <a:close/>
              </a:path>
              <a:path w="7477759" h="666750">
                <a:moveTo>
                  <a:pt x="7296848" y="29209"/>
                </a:moveTo>
                <a:lnTo>
                  <a:pt x="7288712" y="31750"/>
                </a:lnTo>
                <a:lnTo>
                  <a:pt x="7282053" y="39370"/>
                </a:lnTo>
                <a:lnTo>
                  <a:pt x="7247235" y="43179"/>
                </a:lnTo>
                <a:lnTo>
                  <a:pt x="7213631" y="52070"/>
                </a:lnTo>
                <a:lnTo>
                  <a:pt x="7183219" y="57150"/>
                </a:lnTo>
                <a:lnTo>
                  <a:pt x="7477759" y="57150"/>
                </a:lnTo>
                <a:lnTo>
                  <a:pt x="7477759" y="33020"/>
                </a:lnTo>
                <a:lnTo>
                  <a:pt x="7319644" y="33020"/>
                </a:lnTo>
                <a:lnTo>
                  <a:pt x="7306984" y="30479"/>
                </a:lnTo>
                <a:lnTo>
                  <a:pt x="7296848" y="29209"/>
                </a:lnTo>
                <a:close/>
              </a:path>
              <a:path w="7477759" h="666750">
                <a:moveTo>
                  <a:pt x="7477759" y="0"/>
                </a:moveTo>
                <a:lnTo>
                  <a:pt x="7407275" y="22859"/>
                </a:lnTo>
                <a:lnTo>
                  <a:pt x="7362698" y="30479"/>
                </a:lnTo>
                <a:lnTo>
                  <a:pt x="7340909" y="33020"/>
                </a:lnTo>
                <a:lnTo>
                  <a:pt x="7477759" y="33020"/>
                </a:lnTo>
                <a:lnTo>
                  <a:pt x="7477759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19" rIns="0" bIns="0" rtlCol="0">
            <a:spAutoFit/>
          </a:bodyPr>
          <a:lstStyle/>
          <a:p>
            <a:pPr marL="3273425">
              <a:lnSpc>
                <a:spcPct val="100000"/>
              </a:lnSpc>
              <a:spcBef>
                <a:spcPts val="130"/>
              </a:spcBef>
            </a:pPr>
            <a:r>
              <a:rPr sz="3200" spc="-20" dirty="0">
                <a:solidFill>
                  <a:srgbClr val="FFFFFF"/>
                </a:solidFill>
              </a:rPr>
              <a:t>Technology</a:t>
            </a:r>
            <a:r>
              <a:rPr sz="3200" spc="-14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Overvie</a:t>
            </a:r>
            <a:r>
              <a:rPr sz="3350" b="0" spc="-10" dirty="0">
                <a:solidFill>
                  <a:srgbClr val="FFFFFF"/>
                </a:solidFill>
                <a:latin typeface="Calibri Light"/>
                <a:cs typeface="Calibri Light"/>
              </a:rPr>
              <a:t>w</a:t>
            </a:r>
            <a:endParaRPr sz="335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85750"/>
            <a:ext cx="1400175" cy="209550"/>
          </a:xfrm>
          <a:custGeom>
            <a:avLst/>
            <a:gdLst/>
            <a:ahLst/>
            <a:cxnLst/>
            <a:rect l="l" t="t" r="r" b="b"/>
            <a:pathLst>
              <a:path w="1400175" h="209550">
                <a:moveTo>
                  <a:pt x="1213231" y="0"/>
                </a:moveTo>
                <a:lnTo>
                  <a:pt x="1033678" y="180086"/>
                </a:lnTo>
                <a:lnTo>
                  <a:pt x="854125" y="0"/>
                </a:lnTo>
                <a:lnTo>
                  <a:pt x="674382" y="180086"/>
                </a:lnTo>
                <a:lnTo>
                  <a:pt x="494830" y="0"/>
                </a:lnTo>
                <a:lnTo>
                  <a:pt x="315264" y="180086"/>
                </a:lnTo>
                <a:lnTo>
                  <a:pt x="135712" y="0"/>
                </a:lnTo>
                <a:lnTo>
                  <a:pt x="0" y="136144"/>
                </a:lnTo>
                <a:lnTo>
                  <a:pt x="0" y="165480"/>
                </a:lnTo>
                <a:lnTo>
                  <a:pt x="135712" y="29463"/>
                </a:lnTo>
                <a:lnTo>
                  <a:pt x="315264" y="209550"/>
                </a:lnTo>
                <a:lnTo>
                  <a:pt x="494830" y="29463"/>
                </a:lnTo>
                <a:lnTo>
                  <a:pt x="674382" y="209550"/>
                </a:lnTo>
                <a:lnTo>
                  <a:pt x="854125" y="29463"/>
                </a:lnTo>
                <a:lnTo>
                  <a:pt x="1033678" y="209550"/>
                </a:lnTo>
                <a:lnTo>
                  <a:pt x="1213231" y="29463"/>
                </a:lnTo>
                <a:lnTo>
                  <a:pt x="1385570" y="202184"/>
                </a:lnTo>
                <a:lnTo>
                  <a:pt x="1400175" y="187578"/>
                </a:lnTo>
                <a:lnTo>
                  <a:pt x="12132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609600"/>
            <a:ext cx="4124325" cy="3781425"/>
            <a:chOff x="0" y="609600"/>
            <a:chExt cx="4124325" cy="37814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819150"/>
              <a:ext cx="3571875" cy="3571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09600"/>
              <a:ext cx="1400175" cy="209550"/>
            </a:xfrm>
            <a:custGeom>
              <a:avLst/>
              <a:gdLst/>
              <a:ahLst/>
              <a:cxnLst/>
              <a:rect l="l" t="t" r="r" b="b"/>
              <a:pathLst>
                <a:path w="1400175" h="209550">
                  <a:moveTo>
                    <a:pt x="1213231" y="0"/>
                  </a:moveTo>
                  <a:lnTo>
                    <a:pt x="1033678" y="180086"/>
                  </a:lnTo>
                  <a:lnTo>
                    <a:pt x="854125" y="0"/>
                  </a:lnTo>
                  <a:lnTo>
                    <a:pt x="674382" y="180086"/>
                  </a:lnTo>
                  <a:lnTo>
                    <a:pt x="494830" y="0"/>
                  </a:lnTo>
                  <a:lnTo>
                    <a:pt x="315264" y="180086"/>
                  </a:lnTo>
                  <a:lnTo>
                    <a:pt x="135712" y="0"/>
                  </a:lnTo>
                  <a:lnTo>
                    <a:pt x="0" y="136144"/>
                  </a:lnTo>
                  <a:lnTo>
                    <a:pt x="0" y="165608"/>
                  </a:lnTo>
                  <a:lnTo>
                    <a:pt x="135712" y="29463"/>
                  </a:lnTo>
                  <a:lnTo>
                    <a:pt x="315264" y="209550"/>
                  </a:lnTo>
                  <a:lnTo>
                    <a:pt x="494830" y="29463"/>
                  </a:lnTo>
                  <a:lnTo>
                    <a:pt x="674382" y="209550"/>
                  </a:lnTo>
                  <a:lnTo>
                    <a:pt x="854125" y="29463"/>
                  </a:lnTo>
                  <a:lnTo>
                    <a:pt x="1033678" y="209550"/>
                  </a:lnTo>
                  <a:lnTo>
                    <a:pt x="1213231" y="29463"/>
                  </a:lnTo>
                  <a:lnTo>
                    <a:pt x="1385570" y="202311"/>
                  </a:lnTo>
                  <a:lnTo>
                    <a:pt x="1400175" y="187578"/>
                  </a:lnTo>
                  <a:lnTo>
                    <a:pt x="1213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algn="just">
              <a:lnSpc>
                <a:spcPct val="89800"/>
              </a:lnSpc>
              <a:spcBef>
                <a:spcPts val="285"/>
              </a:spcBef>
            </a:pPr>
            <a:r>
              <a:rPr dirty="0"/>
              <a:t>Smart</a:t>
            </a:r>
            <a:r>
              <a:rPr spc="120" dirty="0"/>
              <a:t> </a:t>
            </a:r>
            <a:r>
              <a:rPr dirty="0"/>
              <a:t>Skill</a:t>
            </a:r>
            <a:r>
              <a:rPr spc="130" dirty="0"/>
              <a:t> </a:t>
            </a:r>
            <a:r>
              <a:rPr dirty="0"/>
              <a:t>Mirror</a:t>
            </a:r>
            <a:r>
              <a:rPr spc="95" dirty="0"/>
              <a:t> </a:t>
            </a:r>
            <a:r>
              <a:rPr dirty="0"/>
              <a:t>combines</a:t>
            </a:r>
            <a:r>
              <a:rPr spc="105" dirty="0"/>
              <a:t> </a:t>
            </a:r>
            <a:r>
              <a:rPr dirty="0"/>
              <a:t>augmented</a:t>
            </a:r>
            <a:r>
              <a:rPr spc="85" dirty="0"/>
              <a:t> </a:t>
            </a:r>
            <a:r>
              <a:rPr spc="-10" dirty="0"/>
              <a:t>reality, </a:t>
            </a:r>
            <a:r>
              <a:rPr dirty="0"/>
              <a:t>computer</a:t>
            </a:r>
            <a:r>
              <a:rPr spc="315" dirty="0"/>
              <a:t> </a:t>
            </a:r>
            <a:r>
              <a:rPr dirty="0"/>
              <a:t>vision,</a:t>
            </a:r>
            <a:r>
              <a:rPr spc="340" dirty="0"/>
              <a:t> </a:t>
            </a:r>
            <a:r>
              <a:rPr dirty="0"/>
              <a:t>and</a:t>
            </a:r>
            <a:r>
              <a:rPr spc="335" dirty="0"/>
              <a:t> </a:t>
            </a:r>
            <a:r>
              <a:rPr dirty="0"/>
              <a:t>AI</a:t>
            </a:r>
            <a:r>
              <a:rPr spc="315" dirty="0"/>
              <a:t> </a:t>
            </a:r>
            <a:r>
              <a:rPr dirty="0"/>
              <a:t>to</a:t>
            </a:r>
            <a:r>
              <a:rPr spc="305" dirty="0"/>
              <a:t> </a:t>
            </a:r>
            <a:r>
              <a:rPr dirty="0"/>
              <a:t>deliver</a:t>
            </a:r>
            <a:r>
              <a:rPr spc="335" dirty="0"/>
              <a:t> </a:t>
            </a:r>
            <a:r>
              <a:rPr spc="-10" dirty="0"/>
              <a:t>immersive </a:t>
            </a:r>
            <a:r>
              <a:rPr dirty="0"/>
              <a:t>training</a:t>
            </a:r>
            <a:r>
              <a:rPr spc="-30" dirty="0"/>
              <a:t> </a:t>
            </a:r>
            <a:r>
              <a:rPr spc="-10" dirty="0"/>
              <a:t>experiences.</a:t>
            </a: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pc="-10" dirty="0"/>
          </a:p>
          <a:p>
            <a:pPr marL="12700">
              <a:lnSpc>
                <a:spcPts val="1725"/>
              </a:lnSpc>
              <a:tabLst>
                <a:tab pos="1865630" algn="l"/>
              </a:tabLst>
            </a:pPr>
            <a:r>
              <a:rPr dirty="0"/>
              <a:t>It</a:t>
            </a:r>
            <a:r>
              <a:rPr spc="90" dirty="0"/>
              <a:t>  </a:t>
            </a:r>
            <a:r>
              <a:rPr dirty="0"/>
              <a:t>employs</a:t>
            </a:r>
            <a:r>
              <a:rPr spc="110" dirty="0"/>
              <a:t>  </a:t>
            </a:r>
            <a:r>
              <a:rPr spc="-10" dirty="0"/>
              <a:t>advanced</a:t>
            </a:r>
            <a:r>
              <a:rPr dirty="0"/>
              <a:t>	sensors</a:t>
            </a:r>
            <a:r>
              <a:rPr spc="114" dirty="0"/>
              <a:t>  </a:t>
            </a:r>
            <a:r>
              <a:rPr dirty="0"/>
              <a:t>to</a:t>
            </a:r>
            <a:r>
              <a:rPr spc="90" dirty="0"/>
              <a:t>  </a:t>
            </a:r>
            <a:r>
              <a:rPr spc="-10" dirty="0"/>
              <a:t>monitoruser</a:t>
            </a:r>
          </a:p>
          <a:p>
            <a:pPr marL="12700">
              <a:lnSpc>
                <a:spcPts val="1725"/>
              </a:lnSpc>
            </a:pPr>
            <a:r>
              <a:rPr dirty="0"/>
              <a:t>performance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detect</a:t>
            </a:r>
            <a:r>
              <a:rPr spc="-25" dirty="0"/>
              <a:t> </a:t>
            </a:r>
            <a:r>
              <a:rPr spc="-10" dirty="0"/>
              <a:t>errorsinstantly.</a:t>
            </a: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pc="-10" dirty="0"/>
          </a:p>
          <a:p>
            <a:pPr marL="12700" marR="5715">
              <a:lnSpc>
                <a:spcPts val="1580"/>
              </a:lnSpc>
            </a:pPr>
            <a:r>
              <a:rPr dirty="0"/>
              <a:t>The</a:t>
            </a:r>
            <a:r>
              <a:rPr spc="320" dirty="0"/>
              <a:t> </a:t>
            </a:r>
            <a:r>
              <a:rPr dirty="0"/>
              <a:t>platform</a:t>
            </a:r>
            <a:r>
              <a:rPr spc="330" dirty="0"/>
              <a:t> </a:t>
            </a:r>
            <a:r>
              <a:rPr dirty="0"/>
              <a:t>runs</a:t>
            </a:r>
            <a:r>
              <a:rPr spc="295" dirty="0"/>
              <a:t> </a:t>
            </a:r>
            <a:r>
              <a:rPr dirty="0"/>
              <a:t>on</a:t>
            </a:r>
            <a:r>
              <a:rPr spc="315" dirty="0"/>
              <a:t> </a:t>
            </a:r>
            <a:r>
              <a:rPr dirty="0"/>
              <a:t>a</a:t>
            </a:r>
            <a:r>
              <a:rPr spc="310" dirty="0"/>
              <a:t> </a:t>
            </a:r>
            <a:r>
              <a:rPr spc="-20" dirty="0"/>
              <a:t>user-</a:t>
            </a:r>
            <a:r>
              <a:rPr dirty="0"/>
              <a:t>friendly</a:t>
            </a:r>
            <a:r>
              <a:rPr spc="330" dirty="0"/>
              <a:t> </a:t>
            </a:r>
            <a:r>
              <a:rPr spc="-10" dirty="0"/>
              <a:t>interface </a:t>
            </a:r>
            <a:r>
              <a:rPr dirty="0"/>
              <a:t>accessible</a:t>
            </a:r>
            <a:r>
              <a:rPr spc="-15" dirty="0"/>
              <a:t> </a:t>
            </a:r>
            <a:r>
              <a:rPr dirty="0"/>
              <a:t>via</a:t>
            </a:r>
            <a:r>
              <a:rPr spc="-4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mirrors</a:t>
            </a:r>
            <a:r>
              <a:rPr spc="-10" dirty="0"/>
              <a:t> </a:t>
            </a:r>
            <a:r>
              <a:rPr dirty="0"/>
              <a:t>or</a:t>
            </a:r>
            <a:r>
              <a:rPr spc="-85" dirty="0"/>
              <a:t> </a:t>
            </a:r>
            <a:r>
              <a:rPr dirty="0"/>
              <a:t>AR</a:t>
            </a:r>
            <a:r>
              <a:rPr spc="-45" dirty="0"/>
              <a:t> </a:t>
            </a:r>
            <a:r>
              <a:rPr spc="-10" dirty="0"/>
              <a:t>headsets.</a:t>
            </a:r>
          </a:p>
        </p:txBody>
      </p:sp>
      <p:sp>
        <p:nvSpPr>
          <p:cNvPr id="9" name="object 9"/>
          <p:cNvSpPr/>
          <p:nvPr/>
        </p:nvSpPr>
        <p:spPr>
          <a:xfrm>
            <a:off x="7820025" y="4486275"/>
            <a:ext cx="790575" cy="352425"/>
          </a:xfrm>
          <a:custGeom>
            <a:avLst/>
            <a:gdLst/>
            <a:ahLst/>
            <a:cxnLst/>
            <a:rect l="l" t="t" r="r" b="b"/>
            <a:pathLst>
              <a:path w="790575" h="352425">
                <a:moveTo>
                  <a:pt x="266700" y="0"/>
                </a:moveTo>
                <a:lnTo>
                  <a:pt x="239395" y="0"/>
                </a:lnTo>
                <a:lnTo>
                  <a:pt x="0" y="352425"/>
                </a:lnTo>
                <a:lnTo>
                  <a:pt x="27305" y="352425"/>
                </a:lnTo>
                <a:lnTo>
                  <a:pt x="266700" y="0"/>
                </a:lnTo>
                <a:close/>
              </a:path>
              <a:path w="790575" h="352425">
                <a:moveTo>
                  <a:pt x="400050" y="0"/>
                </a:moveTo>
                <a:lnTo>
                  <a:pt x="372745" y="0"/>
                </a:lnTo>
                <a:lnTo>
                  <a:pt x="133350" y="352425"/>
                </a:lnTo>
                <a:lnTo>
                  <a:pt x="160655" y="352425"/>
                </a:lnTo>
                <a:lnTo>
                  <a:pt x="400050" y="0"/>
                </a:lnTo>
                <a:close/>
              </a:path>
              <a:path w="790575" h="352425">
                <a:moveTo>
                  <a:pt x="533400" y="0"/>
                </a:moveTo>
                <a:lnTo>
                  <a:pt x="506095" y="0"/>
                </a:lnTo>
                <a:lnTo>
                  <a:pt x="266700" y="352425"/>
                </a:lnTo>
                <a:lnTo>
                  <a:pt x="293878" y="352425"/>
                </a:lnTo>
                <a:lnTo>
                  <a:pt x="533400" y="0"/>
                </a:lnTo>
                <a:close/>
              </a:path>
              <a:path w="790575" h="352425">
                <a:moveTo>
                  <a:pt x="657225" y="0"/>
                </a:moveTo>
                <a:lnTo>
                  <a:pt x="629920" y="0"/>
                </a:lnTo>
                <a:lnTo>
                  <a:pt x="390525" y="352425"/>
                </a:lnTo>
                <a:lnTo>
                  <a:pt x="417703" y="352425"/>
                </a:lnTo>
                <a:lnTo>
                  <a:pt x="657225" y="0"/>
                </a:lnTo>
                <a:close/>
              </a:path>
              <a:path w="790575" h="352425">
                <a:moveTo>
                  <a:pt x="790575" y="0"/>
                </a:moveTo>
                <a:lnTo>
                  <a:pt x="763270" y="0"/>
                </a:lnTo>
                <a:lnTo>
                  <a:pt x="523875" y="352425"/>
                </a:lnTo>
                <a:lnTo>
                  <a:pt x="551053" y="352425"/>
                </a:lnTo>
                <a:lnTo>
                  <a:pt x="790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025" y="628015"/>
            <a:ext cx="3187065" cy="8312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dirty="0"/>
              <a:t>Benefits</a:t>
            </a:r>
            <a:r>
              <a:rPr spc="95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Training Programs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8025" y="1757616"/>
            <a:ext cx="2092960" cy="6654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285"/>
              </a:spcBef>
              <a:tabLst>
                <a:tab pos="273685" algn="l"/>
                <a:tab pos="1001394" algn="l"/>
                <a:tab pos="1127760" algn="l"/>
                <a:tab pos="1737995" algn="l"/>
              </a:tabLst>
            </a:pPr>
            <a:r>
              <a:rPr sz="1500" spc="-25" dirty="0">
                <a:latin typeface="Times New Roman"/>
                <a:cs typeface="Times New Roman"/>
              </a:rPr>
              <a:t>It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reduces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training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0" dirty="0">
                <a:latin typeface="Times New Roman"/>
                <a:cs typeface="Times New Roman"/>
              </a:rPr>
              <a:t>time </a:t>
            </a:r>
            <a:r>
              <a:rPr sz="1500" spc="-10" dirty="0">
                <a:latin typeface="Times New Roman"/>
                <a:cs typeface="Times New Roman"/>
              </a:rPr>
              <a:t>immediate,</a:t>
            </a:r>
            <a:r>
              <a:rPr sz="1500" dirty="0">
                <a:latin typeface="Times New Roman"/>
                <a:cs typeface="Times New Roman"/>
              </a:rPr>
              <a:t>		</a:t>
            </a:r>
            <a:r>
              <a:rPr sz="1500" spc="-10" dirty="0">
                <a:latin typeface="Times New Roman"/>
                <a:cs typeface="Times New Roman"/>
              </a:rPr>
              <a:t>interactive learners.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1408" y="1757616"/>
            <a:ext cx="113601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ts val="1725"/>
              </a:lnSpc>
              <a:spcBef>
                <a:spcPts val="100"/>
              </a:spcBef>
              <a:tabLst>
                <a:tab pos="373380" algn="l"/>
              </a:tabLst>
            </a:pPr>
            <a:r>
              <a:rPr sz="1500" spc="-25" dirty="0">
                <a:latin typeface="Times New Roman"/>
                <a:cs typeface="Times New Roman"/>
              </a:rPr>
              <a:t>by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providing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25"/>
              </a:lnSpc>
              <a:tabLst>
                <a:tab pos="965835" algn="l"/>
              </a:tabLst>
            </a:pPr>
            <a:r>
              <a:rPr sz="1500" spc="-10" dirty="0">
                <a:latin typeface="Times New Roman"/>
                <a:cs typeface="Times New Roman"/>
              </a:rPr>
              <a:t>feedback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to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025" y="2731071"/>
            <a:ext cx="3314065" cy="16478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280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platform</a:t>
            </a:r>
            <a:r>
              <a:rPr sz="1500" spc="1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minimizes</a:t>
            </a:r>
            <a:r>
              <a:rPr sz="1500" spc="1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need</a:t>
            </a:r>
            <a:r>
              <a:rPr sz="1500" spc="180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for </a:t>
            </a:r>
            <a:r>
              <a:rPr sz="1500" dirty="0">
                <a:latin typeface="Times New Roman"/>
                <a:cs typeface="Times New Roman"/>
              </a:rPr>
              <a:t>physical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training</a:t>
            </a:r>
            <a:r>
              <a:rPr sz="1500" spc="18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materials</a:t>
            </a:r>
            <a:r>
              <a:rPr sz="1500" spc="18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7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on-</a:t>
            </a:r>
            <a:r>
              <a:rPr sz="1500" spc="-20" dirty="0">
                <a:latin typeface="Times New Roman"/>
                <a:cs typeface="Times New Roman"/>
              </a:rPr>
              <a:t>site </a:t>
            </a:r>
            <a:r>
              <a:rPr sz="1500" spc="-10" dirty="0">
                <a:latin typeface="Times New Roman"/>
                <a:cs typeface="Times New Roman"/>
              </a:rPr>
              <a:t>supervision.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715" algn="just">
              <a:lnSpc>
                <a:spcPct val="89700"/>
              </a:lnSpc>
            </a:pP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4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helps</a:t>
            </a:r>
            <a:r>
              <a:rPr sz="1500" spc="4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standardize</a:t>
            </a:r>
            <a:r>
              <a:rPr sz="1500" spc="4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training</a:t>
            </a:r>
            <a:r>
              <a:rPr sz="1500" spc="4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procedures,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consistent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skill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acquisition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across trainees.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611" y="12698"/>
            <a:ext cx="4476388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0" y="0"/>
            <a:ext cx="5562600" cy="5143500"/>
          </a:xfrm>
          <a:custGeom>
            <a:avLst/>
            <a:gdLst/>
            <a:ahLst/>
            <a:cxnLst/>
            <a:rect l="l" t="t" r="r" b="b"/>
            <a:pathLst>
              <a:path w="5562600" h="5143500">
                <a:moveTo>
                  <a:pt x="5562600" y="0"/>
                </a:moveTo>
                <a:lnTo>
                  <a:pt x="0" y="0"/>
                </a:lnTo>
                <a:lnTo>
                  <a:pt x="0" y="5143500"/>
                </a:lnTo>
                <a:lnTo>
                  <a:pt x="5562600" y="5143500"/>
                </a:lnTo>
                <a:lnTo>
                  <a:pt x="556260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435" rIns="0" bIns="0" rtlCol="0">
            <a:spAutoFit/>
          </a:bodyPr>
          <a:lstStyle/>
          <a:p>
            <a:pPr marL="3782060">
              <a:lnSpc>
                <a:spcPct val="100000"/>
              </a:lnSpc>
              <a:spcBef>
                <a:spcPts val="105"/>
              </a:spcBef>
            </a:pPr>
            <a:r>
              <a:rPr sz="3000" spc="-10" dirty="0"/>
              <a:t>Industry</a:t>
            </a:r>
            <a:r>
              <a:rPr sz="3000" spc="-185" dirty="0"/>
              <a:t> </a:t>
            </a:r>
            <a:r>
              <a:rPr sz="3000" spc="-10" dirty="0"/>
              <a:t>Applications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172074" cy="51434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75046" y="1653222"/>
            <a:ext cx="2955290" cy="26212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6985" algn="just">
              <a:lnSpc>
                <a:spcPct val="89700"/>
              </a:lnSpc>
              <a:spcBef>
                <a:spcPts val="28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Smart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Skill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Mirror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ideal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for </a:t>
            </a:r>
            <a:r>
              <a:rPr sz="1500" dirty="0">
                <a:latin typeface="Times New Roman"/>
                <a:cs typeface="Times New Roman"/>
              </a:rPr>
              <a:t>manufacturing,</a:t>
            </a:r>
            <a:r>
              <a:rPr sz="1500" spc="39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automotive,</a:t>
            </a:r>
            <a:r>
              <a:rPr sz="1500" spc="380" dirty="0">
                <a:latin typeface="Times New Roman"/>
                <a:cs typeface="Times New Roman"/>
              </a:rPr>
              <a:t>   </a:t>
            </a:r>
            <a:r>
              <a:rPr sz="1500" spc="-25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aerospace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industries.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8255" algn="just">
              <a:lnSpc>
                <a:spcPts val="1650"/>
              </a:lnSpc>
            </a:pP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245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25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25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250" dirty="0">
                <a:latin typeface="Times New Roman"/>
                <a:cs typeface="Times New Roman"/>
              </a:rPr>
              <a:t>   </a:t>
            </a:r>
            <a:r>
              <a:rPr sz="1500" spc="-10" dirty="0">
                <a:latin typeface="Times New Roman"/>
                <a:cs typeface="Times New Roman"/>
              </a:rPr>
              <a:t>training </a:t>
            </a:r>
            <a:r>
              <a:rPr sz="1500" dirty="0">
                <a:latin typeface="Times New Roman"/>
                <a:cs typeface="Times New Roman"/>
              </a:rPr>
              <a:t>maintenance,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assembly,</a:t>
            </a:r>
            <a:r>
              <a:rPr sz="1500" spc="18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7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safety procedures.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8980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15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platform</a:t>
            </a:r>
            <a:r>
              <a:rPr sz="1500" spc="32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supports</a:t>
            </a:r>
            <a:r>
              <a:rPr sz="1500" spc="315" dirty="0">
                <a:latin typeface="Times New Roman"/>
                <a:cs typeface="Times New Roman"/>
              </a:rPr>
              <a:t>   </a:t>
            </a:r>
            <a:r>
              <a:rPr sz="1500" spc="-10" dirty="0">
                <a:latin typeface="Times New Roman"/>
                <a:cs typeface="Times New Roman"/>
              </a:rPr>
              <a:t>remote </a:t>
            </a:r>
            <a:r>
              <a:rPr sz="1500" dirty="0">
                <a:latin typeface="Times New Roman"/>
                <a:cs typeface="Times New Roman"/>
              </a:rPr>
              <a:t>training,</a:t>
            </a:r>
            <a:r>
              <a:rPr sz="1500" spc="12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enabling</a:t>
            </a:r>
            <a:r>
              <a:rPr sz="1500" spc="114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experts</a:t>
            </a:r>
            <a:r>
              <a:rPr sz="1500" spc="12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spc="-20" dirty="0">
                <a:latin typeface="Times New Roman"/>
                <a:cs typeface="Times New Roman"/>
              </a:rPr>
              <a:t>guide </a:t>
            </a:r>
            <a:r>
              <a:rPr sz="1500" dirty="0">
                <a:latin typeface="Times New Roman"/>
                <a:cs typeface="Times New Roman"/>
              </a:rPr>
              <a:t>trainees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worldwide.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434340"/>
            <a:ext cx="2878455" cy="9569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70"/>
              </a:spcBef>
            </a:pPr>
            <a:r>
              <a:rPr sz="3200" dirty="0"/>
              <a:t>User</a:t>
            </a:r>
            <a:r>
              <a:rPr sz="3200" spc="-135" dirty="0"/>
              <a:t> </a:t>
            </a:r>
            <a:r>
              <a:rPr sz="3200" spc="-10" dirty="0"/>
              <a:t>Experience </a:t>
            </a:r>
            <a:r>
              <a:rPr sz="3200" dirty="0"/>
              <a:t>and</a:t>
            </a:r>
            <a:r>
              <a:rPr sz="3200" spc="-40" dirty="0"/>
              <a:t> </a:t>
            </a:r>
            <a:r>
              <a:rPr sz="3200" spc="-10" dirty="0"/>
              <a:t>Interaction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98"/>
            <a:ext cx="4590502" cy="5130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9255" y="1757616"/>
            <a:ext cx="3477260" cy="22015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6350" algn="just">
              <a:lnSpc>
                <a:spcPct val="89800"/>
              </a:lnSpc>
              <a:spcBef>
                <a:spcPts val="285"/>
              </a:spcBef>
            </a:pPr>
            <a:r>
              <a:rPr sz="1500" dirty="0">
                <a:latin typeface="Times New Roman"/>
                <a:cs typeface="Times New Roman"/>
              </a:rPr>
              <a:t>Users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interact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virtual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models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step- by-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204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instructions</a:t>
            </a:r>
            <a:r>
              <a:rPr sz="1500" spc="22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overlaid</a:t>
            </a:r>
            <a:r>
              <a:rPr sz="1500" spc="21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495" dirty="0">
                <a:latin typeface="Times New Roman"/>
                <a:cs typeface="Times New Roman"/>
              </a:rPr>
              <a:t>  </a:t>
            </a:r>
            <a:r>
              <a:rPr sz="1500" spc="-20" dirty="0">
                <a:latin typeface="Times New Roman"/>
                <a:cs typeface="Times New Roman"/>
              </a:rPr>
              <a:t>real </a:t>
            </a:r>
            <a:r>
              <a:rPr sz="1500" spc="-10" dirty="0">
                <a:latin typeface="Times New Roman"/>
                <a:cs typeface="Times New Roman"/>
              </a:rPr>
              <a:t>equipment.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8890">
              <a:lnSpc>
                <a:spcPts val="1650"/>
              </a:lnSpc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platform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adapts</a:t>
            </a:r>
            <a:r>
              <a:rPr sz="1500" spc="3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individual</a:t>
            </a:r>
            <a:r>
              <a:rPr sz="1500" spc="3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learning </a:t>
            </a:r>
            <a:r>
              <a:rPr sz="1500" dirty="0">
                <a:latin typeface="Times New Roman"/>
                <a:cs typeface="Times New Roman"/>
              </a:rPr>
              <a:t>paces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personalized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feedback.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encourages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active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engagement,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making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sz="1500" dirty="0">
                <a:latin typeface="Times New Roman"/>
                <a:cs typeface="Times New Roman"/>
              </a:rPr>
              <a:t>learning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effective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enjoyable</a:t>
            </a:r>
            <a:r>
              <a:rPr sz="1500" spc="-10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144000" cy="5143500"/>
            <a:chOff x="0" y="-1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5275" y="-1"/>
              <a:ext cx="5038725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3152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300" y="842010"/>
            <a:ext cx="3116580" cy="8312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dirty="0">
                <a:solidFill>
                  <a:srgbClr val="FFFFFF"/>
                </a:solidFill>
              </a:rPr>
              <a:t>Implementation</a:t>
            </a:r>
            <a:r>
              <a:rPr spc="29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and </a:t>
            </a:r>
            <a:r>
              <a:rPr spc="-10" dirty="0">
                <a:solidFill>
                  <a:srgbClr val="FFFFFF"/>
                </a:solidFill>
              </a:rPr>
              <a:t>Integration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4325" y="628650"/>
            <a:ext cx="2492375" cy="1216660"/>
            <a:chOff x="314325" y="628650"/>
            <a:chExt cx="2492375" cy="1216660"/>
          </a:xfrm>
        </p:grpSpPr>
        <p:sp>
          <p:nvSpPr>
            <p:cNvPr id="7" name="object 7"/>
            <p:cNvSpPr/>
            <p:nvPr/>
          </p:nvSpPr>
          <p:spPr>
            <a:xfrm>
              <a:off x="314325" y="628650"/>
              <a:ext cx="419100" cy="57150"/>
            </a:xfrm>
            <a:custGeom>
              <a:avLst/>
              <a:gdLst/>
              <a:ahLst/>
              <a:cxnLst/>
              <a:rect l="l" t="t" r="r" b="b"/>
              <a:pathLst>
                <a:path w="419100" h="57150">
                  <a:moveTo>
                    <a:pt x="4191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419100" y="57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612" y="18336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476500" y="9525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612" y="18336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9525"/>
                  </a:moveTo>
                  <a:lnTo>
                    <a:pt x="2476500" y="9525"/>
                  </a:lnTo>
                  <a:lnTo>
                    <a:pt x="2476500" y="0"/>
                  </a:lnTo>
                  <a:lnTo>
                    <a:pt x="0" y="0"/>
                  </a:lnTo>
                  <a:lnTo>
                    <a:pt x="0" y="952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8934" y="2220277"/>
            <a:ext cx="411226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9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Seamless</a:t>
            </a:r>
            <a:r>
              <a:rPr sz="15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integration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curricula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enterprise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580"/>
              </a:lnSpc>
              <a:spcBef>
                <a:spcPts val="5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setup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involves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calibration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machines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and user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profiles.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Ongoing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support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updates</a:t>
            </a:r>
            <a:r>
              <a:rPr sz="15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ensure the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9"/>
              </a:lnSpc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remains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technological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advancements.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144000" cy="5143500"/>
            <a:chOff x="0" y="-1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7248524" cy="5143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8100" y="0"/>
              <a:ext cx="52959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100829" marR="5080">
              <a:lnSpc>
                <a:spcPts val="3000"/>
              </a:lnSpc>
              <a:spcBef>
                <a:spcPts val="480"/>
              </a:spcBef>
            </a:pPr>
            <a:r>
              <a:rPr dirty="0"/>
              <a:t>Challenges</a:t>
            </a:r>
            <a:r>
              <a:rPr spc="125" dirty="0"/>
              <a:t> </a:t>
            </a:r>
            <a:r>
              <a:rPr dirty="0"/>
              <a:t>and</a:t>
            </a:r>
            <a:r>
              <a:rPr spc="110" dirty="0"/>
              <a:t> </a:t>
            </a:r>
            <a:r>
              <a:rPr spc="-10" dirty="0"/>
              <a:t>Future Developments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33415" y="1833562"/>
            <a:ext cx="3065780" cy="26212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8255" algn="just">
              <a:lnSpc>
                <a:spcPct val="89700"/>
              </a:lnSpc>
              <a:spcBef>
                <a:spcPts val="285"/>
              </a:spcBef>
            </a:pPr>
            <a:r>
              <a:rPr sz="1500" dirty="0">
                <a:latin typeface="Times New Roman"/>
                <a:cs typeface="Times New Roman"/>
              </a:rPr>
              <a:t>Some</a:t>
            </a:r>
            <a:r>
              <a:rPr sz="1500" spc="29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challenges</a:t>
            </a:r>
            <a:r>
              <a:rPr sz="1500" spc="32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include</a:t>
            </a:r>
            <a:r>
              <a:rPr sz="1500" spc="29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hardware </a:t>
            </a:r>
            <a:r>
              <a:rPr sz="1500" dirty="0">
                <a:latin typeface="Times New Roman"/>
                <a:cs typeface="Times New Roman"/>
              </a:rPr>
              <a:t>costs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compatibility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across </a:t>
            </a:r>
            <a:r>
              <a:rPr sz="1500" dirty="0">
                <a:latin typeface="Times New Roman"/>
                <a:cs typeface="Times New Roman"/>
              </a:rPr>
              <a:t>different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environments.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650"/>
              </a:lnSpc>
            </a:pPr>
            <a:r>
              <a:rPr sz="1500" dirty="0">
                <a:latin typeface="Times New Roman"/>
                <a:cs typeface="Times New Roman"/>
              </a:rPr>
              <a:t>Future</a:t>
            </a:r>
            <a:r>
              <a:rPr sz="1500" spc="300" dirty="0">
                <a:latin typeface="Times New Roman"/>
                <a:cs typeface="Times New Roman"/>
              </a:rPr>
              <a:t>    </a:t>
            </a:r>
            <a:r>
              <a:rPr sz="1500" dirty="0">
                <a:latin typeface="Times New Roman"/>
                <a:cs typeface="Times New Roman"/>
              </a:rPr>
              <a:t>developments</a:t>
            </a:r>
            <a:r>
              <a:rPr sz="1500" spc="305" dirty="0">
                <a:latin typeface="Times New Roman"/>
                <a:cs typeface="Times New Roman"/>
              </a:rPr>
              <a:t>    </a:t>
            </a:r>
            <a:r>
              <a:rPr sz="1500" dirty="0">
                <a:latin typeface="Times New Roman"/>
                <a:cs typeface="Times New Roman"/>
              </a:rPr>
              <a:t>aim</a:t>
            </a:r>
            <a:r>
              <a:rPr sz="1500" spc="300" dirty="0">
                <a:latin typeface="Times New Roman"/>
                <a:cs typeface="Times New Roman"/>
              </a:rPr>
              <a:t>    </a:t>
            </a:r>
            <a:r>
              <a:rPr sz="1500" spc="-25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incorporate</a:t>
            </a:r>
            <a:r>
              <a:rPr sz="1500" spc="7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more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AI-</a:t>
            </a:r>
            <a:r>
              <a:rPr sz="1500" dirty="0">
                <a:latin typeface="Times New Roman"/>
                <a:cs typeface="Times New Roman"/>
              </a:rPr>
              <a:t>driven</a:t>
            </a:r>
            <a:r>
              <a:rPr sz="1500" spc="7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analytics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predictive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maintenance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features.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8890" algn="just">
              <a:lnSpc>
                <a:spcPct val="8980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innovation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expand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platform's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capabilities</a:t>
            </a:r>
            <a:r>
              <a:rPr sz="1500" spc="3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3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application scope.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9143999" cy="506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8025" y="601027"/>
            <a:ext cx="42500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</a:rPr>
              <a:t>Conclusion and</a:t>
            </a:r>
            <a:r>
              <a:rPr sz="3200" spc="-70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Outlook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261" y="1202658"/>
            <a:ext cx="7312164" cy="1162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2797" y="1785556"/>
            <a:ext cx="7230745" cy="18884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198120" indent="-229235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Smart</a:t>
            </a:r>
            <a:r>
              <a:rPr sz="15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Skill</a:t>
            </a:r>
            <a:r>
              <a:rPr sz="15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Mirror</a:t>
            </a:r>
            <a:r>
              <a:rPr sz="155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represents</a:t>
            </a:r>
            <a:r>
              <a:rPr sz="155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55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sz="15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5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15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5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AR-based</a:t>
            </a:r>
            <a:r>
              <a:rPr sz="15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industrial training.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FFFFFF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buFont typeface="Arial MT"/>
              <a:buChar char="•"/>
              <a:tabLst>
                <a:tab pos="292100" algn="l"/>
              </a:tabLst>
            </a:pP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55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offers</a:t>
            </a:r>
            <a:r>
              <a:rPr sz="155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scalable,</a:t>
            </a:r>
            <a:r>
              <a:rPr sz="15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immersive,</a:t>
            </a:r>
            <a:r>
              <a:rPr sz="155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155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  <a:r>
              <a:rPr sz="155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55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skill</a:t>
            </a:r>
            <a:r>
              <a:rPr sz="15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enhancement</a:t>
            </a:r>
            <a:r>
              <a:rPr sz="15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andsafety.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  <a:buClr>
                <a:srgbClr val="FFFFFF"/>
              </a:buClr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1300" marR="115570" indent="-229235">
              <a:lnSpc>
                <a:spcPts val="1730"/>
              </a:lnSpc>
              <a:spcBef>
                <a:spcPts val="5"/>
              </a:spcBef>
              <a:buChar char="•"/>
              <a:tabLst>
                <a:tab pos="241300" algn="l"/>
                <a:tab pos="280670" algn="l"/>
              </a:tabLst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5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15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advances,</a:t>
            </a:r>
            <a:r>
              <a:rPr sz="155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r>
              <a:rPr sz="15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55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z="15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5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indispensable</a:t>
            </a:r>
            <a:r>
              <a:rPr sz="15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tool</a:t>
            </a:r>
            <a:r>
              <a:rPr sz="15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formodern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workforce</a:t>
            </a:r>
            <a:r>
              <a:rPr sz="155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development.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DDEC71-D179-8E8F-AFF5-AE0E7DDAFA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439</Words>
  <Application>Microsoft Office PowerPoint</Application>
  <PresentationFormat>On-screen Show (16:9)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Calibri Light</vt:lpstr>
      <vt:lpstr>Times New Roman</vt:lpstr>
      <vt:lpstr>Office Theme</vt:lpstr>
      <vt:lpstr>Smart Skill Mirror : AR-Based Machine Training Platform</vt:lpstr>
      <vt:lpstr>Introduction to Smart Skill Mirror</vt:lpstr>
      <vt:lpstr>Core Features of the Platform</vt:lpstr>
      <vt:lpstr>Technology Overview</vt:lpstr>
      <vt:lpstr>Benefits for Training Programs</vt:lpstr>
      <vt:lpstr>Industry Applications</vt:lpstr>
      <vt:lpstr>User Experience and Interaction</vt:lpstr>
      <vt:lpstr>Implementation and Integration</vt:lpstr>
      <vt:lpstr>Challenges and Future Developments</vt:lpstr>
      <vt:lpstr>Conclusion and Outlook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 KEERTHANA KATAKAM</cp:lastModifiedBy>
  <cp:revision>2</cp:revision>
  <dcterms:created xsi:type="dcterms:W3CDTF">2025-07-06T04:24:54Z</dcterms:created>
  <dcterms:modified xsi:type="dcterms:W3CDTF">2025-07-06T04:33:52Z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2025-07-04T00:00:00Z</vt:filetime>
  </property>
</Properties>
</file>